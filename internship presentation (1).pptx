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authors.xml" ContentType="application/vnd.ms-powerpoint.author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85" r:id="rId5"/>
    <p:sldId id="277" r:id="rId6"/>
    <p:sldId id="261" r:id="rId7"/>
    <p:sldId id="262" r:id="rId8"/>
    <p:sldId id="278" r:id="rId9"/>
    <p:sldId id="268" r:id="rId10"/>
    <p:sldId id="28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648" userDrawn="1">
          <p15:clr>
            <a:srgbClr val="A4A3A4"/>
          </p15:clr>
        </p15:guide>
        <p15:guide id="2" pos="2664" userDrawn="1">
          <p15:clr>
            <a:srgbClr val="A4A3A4"/>
          </p15:clr>
        </p15:guide>
        <p15:guide id="3" orient="horz" pos="2664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3648"/>
        <p:guide orient="horz" pos="2664"/>
        <p:guide orient="horz" pos="3264"/>
        <p:guide pos="266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38D32CE2-6C64-40A5-9DAB-DD3946A432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20569BD-8C5B-4110-9E60-C359DDF561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37E1B8-528F-4D87-8EBD-B843BAE2C861}" type="datetimeFigureOut">
              <a:rPr lang="en-US" smtClean="0"/>
              <a:pPr/>
              <a:t>13-Jun-26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4C05E23-8F29-4628-B4F0-7CBCB7658F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91933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E576D-777F-42E1-9739-7FD89F404092}" type="datetimeFigureOut">
              <a:rPr lang="en-US" smtClean="0"/>
              <a:pPr/>
              <a:t>13-Jun-26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F1A11-BB96-443E-B274-982C61AA7E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52896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56C2E115-5267-49A0-A702-59745AC649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xmlns="" id="{04479580-C1B1-4B70-875C-70152944FD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84355" y="4687178"/>
            <a:ext cx="159851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xmlns="" id="{1323CA5D-7F88-4E2C-B2E1-D03E010724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40172" y="172667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2FDFF095-F8DE-447E-A83F-BD55BD03BE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03189" y="71740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xmlns="" id="{FA2755C1-A0B6-448A-BE5D-4B492BB7BB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693" y="285863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7F3357-BDC3-43CE-89C0-05F5AB973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73216" y="3667946"/>
            <a:ext cx="9285382" cy="1277857"/>
          </a:xfrm>
        </p:spPr>
        <p:txBody>
          <a:bodyPr anchor="ctr"/>
          <a:lstStyle>
            <a:lvl1pPr algn="l">
              <a:defRPr sz="6000" cap="all" baseline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0EFD7F6-12F1-44A8-B26F-82773993F1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70418" y="5325276"/>
            <a:ext cx="3677297" cy="682094"/>
          </a:xfrm>
        </p:spPr>
        <p:txBody>
          <a:bodyPr anchor="ctr"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BE5B50AA-4BAC-4997-B444-E281DECD0DB4}"/>
              </a:ext>
            </a:extLst>
          </p:cNvPr>
          <p:cNvCxnSpPr>
            <a:cxnSpLocks/>
          </p:cNvCxnSpPr>
          <p:nvPr userDrawn="1"/>
        </p:nvCxnSpPr>
        <p:spPr>
          <a:xfrm>
            <a:off x="4579559" y="5744231"/>
            <a:ext cx="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B2DEC412-0EF3-4D93-AF25-A2D2F5A5093A}"/>
              </a:ext>
            </a:extLst>
          </p:cNvPr>
          <p:cNvCxnSpPr>
            <a:cxnSpLocks/>
          </p:cNvCxnSpPr>
          <p:nvPr userDrawn="1"/>
        </p:nvCxnSpPr>
        <p:spPr>
          <a:xfrm>
            <a:off x="2536371" y="2017985"/>
            <a:ext cx="0" cy="153432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xmlns="" id="{1C2836A9-D1F4-4562-B95F-B7BF8F4713B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45428" y="5655432"/>
            <a:ext cx="331888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69836124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pos="158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xmlns="" id="{4A9869E4-27A3-4A22-92EA-ECD5099EC492}"/>
              </a:ext>
            </a:extLst>
          </p:cNvPr>
          <p:cNvSpPr/>
          <p:nvPr userDrawn="1"/>
        </p:nvSpPr>
        <p:spPr>
          <a:xfrm>
            <a:off x="6016886" y="0"/>
            <a:ext cx="6175114" cy="6858000"/>
          </a:xfrm>
          <a:custGeom>
            <a:avLst/>
            <a:gdLst>
              <a:gd name="connsiteX0" fmla="*/ 1341004 w 6175114"/>
              <a:gd name="connsiteY0" fmla="*/ 0 h 6858000"/>
              <a:gd name="connsiteX1" fmla="*/ 6175114 w 6175114"/>
              <a:gd name="connsiteY1" fmla="*/ 0 h 6858000"/>
              <a:gd name="connsiteX2" fmla="*/ 6175114 w 6175114"/>
              <a:gd name="connsiteY2" fmla="*/ 1753853 h 6858000"/>
              <a:gd name="connsiteX3" fmla="*/ 5820369 w 6175114"/>
              <a:gd name="connsiteY3" fmla="*/ 2196189 h 6858000"/>
              <a:gd name="connsiteX4" fmla="*/ 3753019 w 6175114"/>
              <a:gd name="connsiteY4" fmla="*/ 1432910 h 6858000"/>
              <a:gd name="connsiteX5" fmla="*/ 2496678 w 6175114"/>
              <a:gd name="connsiteY5" fmla="*/ 2275742 h 6858000"/>
              <a:gd name="connsiteX6" fmla="*/ 4071059 w 6175114"/>
              <a:gd name="connsiteY6" fmla="*/ 3452528 h 6858000"/>
              <a:gd name="connsiteX7" fmla="*/ 5359131 w 6175114"/>
              <a:gd name="connsiteY7" fmla="*/ 3977321 h 6858000"/>
              <a:gd name="connsiteX8" fmla="*/ 6026758 w 6175114"/>
              <a:gd name="connsiteY8" fmla="*/ 4302039 h 6858000"/>
              <a:gd name="connsiteX9" fmla="*/ 6175114 w 6175114"/>
              <a:gd name="connsiteY9" fmla="*/ 4397461 h 6858000"/>
              <a:gd name="connsiteX10" fmla="*/ 6175114 w 6175114"/>
              <a:gd name="connsiteY10" fmla="*/ 6858000 h 6858000"/>
              <a:gd name="connsiteX11" fmla="*/ 4869473 w 6175114"/>
              <a:gd name="connsiteY11" fmla="*/ 6858000 h 6858000"/>
              <a:gd name="connsiteX12" fmla="*/ 4856472 w 6175114"/>
              <a:gd name="connsiteY12" fmla="*/ 6790487 h 6858000"/>
              <a:gd name="connsiteX13" fmla="*/ 3419067 w 6175114"/>
              <a:gd name="connsiteY13" fmla="*/ 5837920 h 6858000"/>
              <a:gd name="connsiteX14" fmla="*/ 2099173 w 6175114"/>
              <a:gd name="connsiteY14" fmla="*/ 5265482 h 6858000"/>
              <a:gd name="connsiteX15" fmla="*/ 0 w 6175114"/>
              <a:gd name="connsiteY15" fmla="*/ 2434764 h 6858000"/>
              <a:gd name="connsiteX16" fmla="*/ 1315163 w 6175114"/>
              <a:gd name="connsiteY16" fmla="*/ 16279 h 6858000"/>
              <a:gd name="connsiteX17" fmla="*/ 1341004 w 6175114"/>
              <a:gd name="connsiteY1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175114" h="6858000">
                <a:moveTo>
                  <a:pt x="1341004" y="0"/>
                </a:moveTo>
                <a:lnTo>
                  <a:pt x="6175114" y="0"/>
                </a:lnTo>
                <a:lnTo>
                  <a:pt x="6175114" y="1753853"/>
                </a:lnTo>
                <a:lnTo>
                  <a:pt x="5820369" y="2196189"/>
                </a:lnTo>
                <a:cubicBezTo>
                  <a:pt x="5120645" y="1703218"/>
                  <a:pt x="4405009" y="1432910"/>
                  <a:pt x="3753019" y="1432910"/>
                </a:cubicBezTo>
                <a:cubicBezTo>
                  <a:pt x="2989739" y="1432910"/>
                  <a:pt x="2496678" y="1735039"/>
                  <a:pt x="2496678" y="2275742"/>
                </a:cubicBezTo>
                <a:cubicBezTo>
                  <a:pt x="2496678" y="2880092"/>
                  <a:pt x="3148671" y="3086756"/>
                  <a:pt x="4071059" y="3452528"/>
                </a:cubicBezTo>
                <a:lnTo>
                  <a:pt x="5359131" y="3977321"/>
                </a:lnTo>
                <a:cubicBezTo>
                  <a:pt x="5600645" y="4072737"/>
                  <a:pt x="5823711" y="4180452"/>
                  <a:pt x="6026758" y="4302039"/>
                </a:cubicBezTo>
                <a:lnTo>
                  <a:pt x="6175114" y="4397461"/>
                </a:lnTo>
                <a:lnTo>
                  <a:pt x="6175114" y="6858000"/>
                </a:lnTo>
                <a:lnTo>
                  <a:pt x="4869473" y="6858000"/>
                </a:lnTo>
                <a:lnTo>
                  <a:pt x="4856472" y="6790487"/>
                </a:lnTo>
                <a:cubicBezTo>
                  <a:pt x="4737539" y="6344090"/>
                  <a:pt x="4212235" y="6157971"/>
                  <a:pt x="3419067" y="5837920"/>
                </a:cubicBezTo>
                <a:lnTo>
                  <a:pt x="2099173" y="5265482"/>
                </a:lnTo>
                <a:cubicBezTo>
                  <a:pt x="1001854" y="4836066"/>
                  <a:pt x="0" y="3929589"/>
                  <a:pt x="0" y="2434764"/>
                </a:cubicBezTo>
                <a:cubicBezTo>
                  <a:pt x="0" y="1459726"/>
                  <a:pt x="493110" y="590353"/>
                  <a:pt x="1315163" y="16279"/>
                </a:cubicBezTo>
                <a:lnTo>
                  <a:pt x="1341004" y="0"/>
                </a:lnTo>
                <a:close/>
              </a:path>
            </a:pathLst>
          </a:cu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3917A6-AC6D-490C-947C-C8BDB0A5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56" y="3257550"/>
            <a:ext cx="4203247" cy="743744"/>
          </a:xfrm>
        </p:spPr>
        <p:txBody>
          <a:bodyPr lIns="0" anchor="t">
            <a:noAutofit/>
          </a:bodyPr>
          <a:lstStyle>
            <a:lvl1pPr>
              <a:defRPr sz="2800" cap="all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456" y="4238625"/>
            <a:ext cx="4203247" cy="1800225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6BF3408D-E369-4A9E-ABF8-0D643DDD2F9A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3048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225781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3583479E-F517-4F8A-9382-5B73D75104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16886" y="0"/>
            <a:ext cx="6175114" cy="6858000"/>
          </a:xfrm>
          <a:custGeom>
            <a:avLst/>
            <a:gdLst>
              <a:gd name="connsiteX0" fmla="*/ 1341004 w 6175114"/>
              <a:gd name="connsiteY0" fmla="*/ 0 h 6858000"/>
              <a:gd name="connsiteX1" fmla="*/ 6175114 w 6175114"/>
              <a:gd name="connsiteY1" fmla="*/ 0 h 6858000"/>
              <a:gd name="connsiteX2" fmla="*/ 6175114 w 6175114"/>
              <a:gd name="connsiteY2" fmla="*/ 1753853 h 6858000"/>
              <a:gd name="connsiteX3" fmla="*/ 5820369 w 6175114"/>
              <a:gd name="connsiteY3" fmla="*/ 2196189 h 6858000"/>
              <a:gd name="connsiteX4" fmla="*/ 3753019 w 6175114"/>
              <a:gd name="connsiteY4" fmla="*/ 1432910 h 6858000"/>
              <a:gd name="connsiteX5" fmla="*/ 2496678 w 6175114"/>
              <a:gd name="connsiteY5" fmla="*/ 2275742 h 6858000"/>
              <a:gd name="connsiteX6" fmla="*/ 4071059 w 6175114"/>
              <a:gd name="connsiteY6" fmla="*/ 3452528 h 6858000"/>
              <a:gd name="connsiteX7" fmla="*/ 5359131 w 6175114"/>
              <a:gd name="connsiteY7" fmla="*/ 3977321 h 6858000"/>
              <a:gd name="connsiteX8" fmla="*/ 6026758 w 6175114"/>
              <a:gd name="connsiteY8" fmla="*/ 4302039 h 6858000"/>
              <a:gd name="connsiteX9" fmla="*/ 6175114 w 6175114"/>
              <a:gd name="connsiteY9" fmla="*/ 4397461 h 6858000"/>
              <a:gd name="connsiteX10" fmla="*/ 6175114 w 6175114"/>
              <a:gd name="connsiteY10" fmla="*/ 6858000 h 6858000"/>
              <a:gd name="connsiteX11" fmla="*/ 4869473 w 6175114"/>
              <a:gd name="connsiteY11" fmla="*/ 6858000 h 6858000"/>
              <a:gd name="connsiteX12" fmla="*/ 4856472 w 6175114"/>
              <a:gd name="connsiteY12" fmla="*/ 6790487 h 6858000"/>
              <a:gd name="connsiteX13" fmla="*/ 3419067 w 6175114"/>
              <a:gd name="connsiteY13" fmla="*/ 5837920 h 6858000"/>
              <a:gd name="connsiteX14" fmla="*/ 2099173 w 6175114"/>
              <a:gd name="connsiteY14" fmla="*/ 5265482 h 6858000"/>
              <a:gd name="connsiteX15" fmla="*/ 0 w 6175114"/>
              <a:gd name="connsiteY15" fmla="*/ 2434764 h 6858000"/>
              <a:gd name="connsiteX16" fmla="*/ 1315163 w 6175114"/>
              <a:gd name="connsiteY16" fmla="*/ 1627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175114" h="6858000">
                <a:moveTo>
                  <a:pt x="1341004" y="0"/>
                </a:moveTo>
                <a:lnTo>
                  <a:pt x="6175114" y="0"/>
                </a:lnTo>
                <a:lnTo>
                  <a:pt x="6175114" y="1753853"/>
                </a:lnTo>
                <a:lnTo>
                  <a:pt x="5820369" y="2196189"/>
                </a:lnTo>
                <a:cubicBezTo>
                  <a:pt x="5120645" y="1703218"/>
                  <a:pt x="4405009" y="1432910"/>
                  <a:pt x="3753019" y="1432910"/>
                </a:cubicBezTo>
                <a:cubicBezTo>
                  <a:pt x="2989739" y="1432910"/>
                  <a:pt x="2496678" y="1735039"/>
                  <a:pt x="2496678" y="2275742"/>
                </a:cubicBezTo>
                <a:cubicBezTo>
                  <a:pt x="2496678" y="2880092"/>
                  <a:pt x="3148671" y="3086756"/>
                  <a:pt x="4071059" y="3452528"/>
                </a:cubicBezTo>
                <a:lnTo>
                  <a:pt x="5359131" y="3977321"/>
                </a:lnTo>
                <a:cubicBezTo>
                  <a:pt x="5600645" y="4072737"/>
                  <a:pt x="5823711" y="4180452"/>
                  <a:pt x="6026758" y="4302039"/>
                </a:cubicBezTo>
                <a:lnTo>
                  <a:pt x="6175114" y="4397461"/>
                </a:lnTo>
                <a:lnTo>
                  <a:pt x="6175114" y="6858000"/>
                </a:lnTo>
                <a:lnTo>
                  <a:pt x="4869473" y="6858000"/>
                </a:lnTo>
                <a:lnTo>
                  <a:pt x="4856472" y="6790487"/>
                </a:lnTo>
                <a:cubicBezTo>
                  <a:pt x="4737539" y="6344090"/>
                  <a:pt x="4212235" y="6157971"/>
                  <a:pt x="3419067" y="5837920"/>
                </a:cubicBezTo>
                <a:lnTo>
                  <a:pt x="2099173" y="5265482"/>
                </a:lnTo>
                <a:cubicBezTo>
                  <a:pt x="1001854" y="4836066"/>
                  <a:pt x="0" y="3929589"/>
                  <a:pt x="0" y="2434764"/>
                </a:cubicBezTo>
                <a:cubicBezTo>
                  <a:pt x="0" y="1459726"/>
                  <a:pt x="493110" y="590353"/>
                  <a:pt x="1315163" y="1627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3917A6-AC6D-490C-947C-C8BDB0A5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56" y="3257550"/>
            <a:ext cx="4203247" cy="743744"/>
          </a:xfrm>
        </p:spPr>
        <p:txBody>
          <a:bodyPr lIns="0" anchor="t">
            <a:noAutofit/>
          </a:bodyPr>
          <a:lstStyle>
            <a:lvl1pPr>
              <a:defRPr sz="2800" cap="all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456" y="4238625"/>
            <a:ext cx="4203247" cy="1800225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6BF3408D-E369-4A9E-ABF8-0D643DDD2F9A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30480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70978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34186" y="2903538"/>
            <a:ext cx="3104198" cy="345475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xmlns="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34141" y="3249013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xmlns="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41894" y="2903538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xmlns="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42223" y="3249013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xmlns="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49601" y="2903538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xmlns="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50305" y="3249013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xmlns="" id="{6CB12E29-CEAA-4595-B65C-5BE0B527CD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33811" y="4551950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xmlns="" id="{9A5A9E4A-8FA1-4B1A-86F3-162A0ED25F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33766" y="4897425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xmlns="" id="{1656AF90-4012-4B9E-81A7-2796EE40AE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41519" y="4551950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xmlns="" id="{E34BCA93-D058-4D61-BAE5-2671E15723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641848" y="4897425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xmlns="" id="{0BE8C5BE-9959-40C7-83C2-546EBFBC14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49226" y="4551950"/>
            <a:ext cx="310419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xmlns="" id="{5FC20880-2D17-4854-A424-DED10A8A8D3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49930" y="4897425"/>
            <a:ext cx="3103493" cy="866401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87A579D-F737-4350-8205-BCA37BAFE1AB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773003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50921" y="2145859"/>
            <a:ext cx="5042568" cy="345473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xmlns="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50922" y="2491335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419184"/>
            <a:ext cx="2362200" cy="1110286"/>
          </a:xfrm>
        </p:spPr>
        <p:txBody>
          <a:bodyPr lIns="0" anchor="b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xmlns="" id="{E6C37A20-957D-4B0B-AC33-7DD21D99A6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50921" y="3198051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xmlns="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50922" y="3543527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xmlns="" id="{BD09685A-53BF-4E9B-BD7F-C77B60165D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50921" y="5302434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xmlns="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50922" y="5647910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xmlns="" id="{AE158F00-CB9F-4C14-B6F0-47E4F70191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50921" y="4250243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xmlns="" id="{07878182-5985-41C8-B69F-9DB9EC1313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0922" y="4595719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CF8873A5-9160-4B79-B9CB-CBE583030B0E}"/>
              </a:ext>
            </a:extLst>
          </p:cNvPr>
          <p:cNvCxnSpPr>
            <a:cxnSpLocks/>
          </p:cNvCxnSpPr>
          <p:nvPr userDrawn="1"/>
        </p:nvCxnSpPr>
        <p:spPr>
          <a:xfrm>
            <a:off x="3766456" y="-16561"/>
            <a:ext cx="0" cy="6874561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xmlns="" id="{E4D9D5EA-266D-4541-BA3F-22BC31AAB6AA}"/>
              </a:ext>
            </a:extLst>
          </p:cNvPr>
          <p:cNvCxnSpPr/>
          <p:nvPr userDrawn="1"/>
        </p:nvCxnSpPr>
        <p:spPr>
          <a:xfrm>
            <a:off x="-1" y="1676400"/>
            <a:ext cx="1219199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624880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, and 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xmlns="" id="{A2B5F8DD-B338-48F8-9DF4-E1A31DFCB5B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" y="0"/>
            <a:ext cx="6694955" cy="6858000"/>
          </a:xfrm>
          <a:custGeom>
            <a:avLst/>
            <a:gdLst>
              <a:gd name="connsiteX0" fmla="*/ 0 w 6694955"/>
              <a:gd name="connsiteY0" fmla="*/ 0 h 6858000"/>
              <a:gd name="connsiteX1" fmla="*/ 6694955 w 6694955"/>
              <a:gd name="connsiteY1" fmla="*/ 0 h 6858000"/>
              <a:gd name="connsiteX2" fmla="*/ 2589160 w 6694955"/>
              <a:gd name="connsiteY2" fmla="*/ 6857732 h 6858000"/>
              <a:gd name="connsiteX3" fmla="*/ 0 w 669495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4955" h="6858000">
                <a:moveTo>
                  <a:pt x="0" y="0"/>
                </a:moveTo>
                <a:lnTo>
                  <a:pt x="6694955" y="0"/>
                </a:lnTo>
                <a:lnTo>
                  <a:pt x="2589160" y="6857732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44768" y="2069658"/>
            <a:ext cx="5042568" cy="345476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xmlns="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44768" y="2415134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1633" y="690928"/>
            <a:ext cx="4501910" cy="732282"/>
          </a:xfrm>
        </p:spPr>
        <p:txBody>
          <a:bodyPr lIns="0" anchor="b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xmlns="" id="{E6C37A20-957D-4B0B-AC33-7DD21D99A6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00006" y="3587638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xmlns="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00007" y="3933114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xmlns="" id="{BD09685A-53BF-4E9B-BD7F-C77B60165D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98264" y="5105618"/>
            <a:ext cx="5042568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xmlns="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98264" y="5451094"/>
            <a:ext cx="5041422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xmlns="" val="2642735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xmlns="" id="{F5EB3F05-D570-4C10-88F4-F6BC15CF1F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-12700"/>
            <a:ext cx="7080595" cy="6870700"/>
          </a:xfrm>
          <a:custGeom>
            <a:avLst/>
            <a:gdLst>
              <a:gd name="connsiteX0" fmla="*/ 0 w 7080595"/>
              <a:gd name="connsiteY0" fmla="*/ 0 h 6870700"/>
              <a:gd name="connsiteX1" fmla="*/ 7080595 w 7080595"/>
              <a:gd name="connsiteY1" fmla="*/ 0 h 6870700"/>
              <a:gd name="connsiteX2" fmla="*/ 7080595 w 7080595"/>
              <a:gd name="connsiteY2" fmla="*/ 1883211 h 6870700"/>
              <a:gd name="connsiteX3" fmla="*/ 4515477 w 7080595"/>
              <a:gd name="connsiteY3" fmla="*/ 1883211 h 6870700"/>
              <a:gd name="connsiteX4" fmla="*/ 4515477 w 7080595"/>
              <a:gd name="connsiteY4" fmla="*/ 6870700 h 6870700"/>
              <a:gd name="connsiteX5" fmla="*/ 2269215 w 7080595"/>
              <a:gd name="connsiteY5" fmla="*/ 6870700 h 6870700"/>
              <a:gd name="connsiteX6" fmla="*/ 2269215 w 7080595"/>
              <a:gd name="connsiteY6" fmla="*/ 1883211 h 6870700"/>
              <a:gd name="connsiteX7" fmla="*/ 0 w 7080595"/>
              <a:gd name="connsiteY7" fmla="*/ 1883211 h 687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80595" h="6870700">
                <a:moveTo>
                  <a:pt x="0" y="0"/>
                </a:moveTo>
                <a:lnTo>
                  <a:pt x="7080595" y="0"/>
                </a:lnTo>
                <a:lnTo>
                  <a:pt x="7080595" y="1883211"/>
                </a:lnTo>
                <a:lnTo>
                  <a:pt x="4515477" y="1883211"/>
                </a:lnTo>
                <a:lnTo>
                  <a:pt x="4515477" y="6870700"/>
                </a:lnTo>
                <a:lnTo>
                  <a:pt x="2269215" y="6870700"/>
                </a:lnTo>
                <a:lnTo>
                  <a:pt x="2269215" y="1883211"/>
                </a:lnTo>
                <a:lnTo>
                  <a:pt x="0" y="18832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FFEA6F9E-1C21-4644-8E2A-AD5673EE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799" y="2318657"/>
            <a:ext cx="4203247" cy="1440996"/>
          </a:xfrm>
        </p:spPr>
        <p:txBody>
          <a:bodyPr lIns="0" anchor="b">
            <a:noAutofit/>
          </a:bodyPr>
          <a:lstStyle>
            <a:lvl1pPr>
              <a:defRPr sz="2800" cap="all" baseline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xmlns="" id="{7C1D1C8A-E829-4284-AB95-2DD0C7BAA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3799" y="4147457"/>
            <a:ext cx="4203247" cy="1532165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2CC539CF-E024-420D-BFED-5F2212DA8CE3}"/>
              </a:ext>
            </a:extLst>
          </p:cNvPr>
          <p:cNvCxnSpPr>
            <a:cxnSpLocks/>
          </p:cNvCxnSpPr>
          <p:nvPr userDrawn="1"/>
        </p:nvCxnSpPr>
        <p:spPr>
          <a:xfrm>
            <a:off x="-1" y="4376058"/>
            <a:ext cx="705394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496097385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AA5404BE-7C49-4381-8FC0-95A496CFB4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xmlns="" id="{9B922914-E333-400C-A083-27A44BE79C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50085" y="4546575"/>
            <a:ext cx="1500624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xmlns="" id="{486A9052-3614-4622-A421-1D20E5B311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77374" y="275039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0F3ADE3E-3D48-4C5D-9FE4-2D7A263158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2380" y="903514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xmlns="" id="{9B49215A-DBBC-4C0F-A6A8-DFB2D54643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77374" y="897072"/>
            <a:ext cx="1253665" cy="1681163"/>
          </a:xfrm>
        </p:spPr>
        <p:txBody>
          <a:bodyPr>
            <a:noAutofit/>
          </a:bodyPr>
          <a:lstStyle>
            <a:lvl1pPr marL="0" indent="0">
              <a:buNone/>
              <a:defRPr sz="155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8BB770-F6A6-44A3-BCE1-BCCCC1E81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143" y="5201920"/>
            <a:ext cx="5747657" cy="992505"/>
          </a:xfrm>
        </p:spPr>
        <p:txBody>
          <a:bodyPr anchor="ctr">
            <a:normAutofit/>
          </a:bodyPr>
          <a:lstStyle>
            <a:lvl1pPr>
              <a:defRPr sz="4800" cap="all" baseline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xmlns="" id="{A6A04B8C-D941-483E-B669-7436C535CE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3565384" y="1857932"/>
            <a:ext cx="922101" cy="2445893"/>
          </a:xfrm>
          <a:custGeom>
            <a:avLst/>
            <a:gdLst>
              <a:gd name="connsiteX0" fmla="*/ 922101 w 922101"/>
              <a:gd name="connsiteY0" fmla="*/ 2615575 h 2615575"/>
              <a:gd name="connsiteX1" fmla="*/ 922101 w 922101"/>
              <a:gd name="connsiteY1" fmla="*/ 1134894 h 2615575"/>
              <a:gd name="connsiteX2" fmla="*/ 922101 w 922101"/>
              <a:gd name="connsiteY2" fmla="*/ 0 h 2615575"/>
              <a:gd name="connsiteX3" fmla="*/ 0 w 922101"/>
              <a:gd name="connsiteY3" fmla="*/ 0 h 2615575"/>
              <a:gd name="connsiteX0" fmla="*/ 922101 w 922101"/>
              <a:gd name="connsiteY0" fmla="*/ 2332208 h 2332208"/>
              <a:gd name="connsiteX1" fmla="*/ 922101 w 922101"/>
              <a:gd name="connsiteY1" fmla="*/ 1134894 h 2332208"/>
              <a:gd name="connsiteX2" fmla="*/ 922101 w 922101"/>
              <a:gd name="connsiteY2" fmla="*/ 0 h 2332208"/>
              <a:gd name="connsiteX3" fmla="*/ 0 w 922101"/>
              <a:gd name="connsiteY3" fmla="*/ 0 h 233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101" h="2332208">
                <a:moveTo>
                  <a:pt x="922101" y="2332208"/>
                </a:moveTo>
                <a:lnTo>
                  <a:pt x="922101" y="1134894"/>
                </a:lnTo>
                <a:lnTo>
                  <a:pt x="922101" y="0"/>
                </a:ln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xmlns="" id="{7A6DC6C6-E9EB-405C-A68E-EE8EEBBCA39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845311" y="1857400"/>
            <a:ext cx="691575" cy="8866"/>
          </a:xfrm>
          <a:custGeom>
            <a:avLst/>
            <a:gdLst>
              <a:gd name="connsiteX0" fmla="*/ 691576 w 691575"/>
              <a:gd name="connsiteY0" fmla="*/ 0 h 8866"/>
              <a:gd name="connsiteX1" fmla="*/ 0 w 691575"/>
              <a:gd name="connsiteY1" fmla="*/ 0 h 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91575" h="8866">
                <a:moveTo>
                  <a:pt x="691576" y="0"/>
                </a:moveTo>
                <a:lnTo>
                  <a:pt x="0" y="0"/>
                </a:lnTo>
              </a:path>
            </a:pathLst>
          </a:custGeom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xmlns="" id="{028B5C16-2909-487D-BE4D-A794F3BA7AE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3565384" y="1857931"/>
            <a:ext cx="922101" cy="2573623"/>
          </a:xfrm>
          <a:custGeom>
            <a:avLst/>
            <a:gdLst>
              <a:gd name="connsiteX0" fmla="*/ 922101 w 922101"/>
              <a:gd name="connsiteY0" fmla="*/ 2615575 h 2615575"/>
              <a:gd name="connsiteX1" fmla="*/ 922101 w 922101"/>
              <a:gd name="connsiteY1" fmla="*/ 1134894 h 2615575"/>
              <a:gd name="connsiteX2" fmla="*/ 922101 w 922101"/>
              <a:gd name="connsiteY2" fmla="*/ 0 h 2615575"/>
              <a:gd name="connsiteX3" fmla="*/ 0 w 922101"/>
              <a:gd name="connsiteY3" fmla="*/ 0 h 2615575"/>
              <a:gd name="connsiteX0" fmla="*/ 922101 w 922101"/>
              <a:gd name="connsiteY0" fmla="*/ 2332208 h 2332208"/>
              <a:gd name="connsiteX1" fmla="*/ 922101 w 922101"/>
              <a:gd name="connsiteY1" fmla="*/ 1134894 h 2332208"/>
              <a:gd name="connsiteX2" fmla="*/ 922101 w 922101"/>
              <a:gd name="connsiteY2" fmla="*/ 0 h 2332208"/>
              <a:gd name="connsiteX3" fmla="*/ 0 w 922101"/>
              <a:gd name="connsiteY3" fmla="*/ 0 h 233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2101" h="2332208">
                <a:moveTo>
                  <a:pt x="922101" y="2332208"/>
                </a:moveTo>
                <a:lnTo>
                  <a:pt x="922101" y="1134894"/>
                </a:lnTo>
                <a:lnTo>
                  <a:pt x="922101" y="0"/>
                </a:lnTo>
                <a:lnTo>
                  <a:pt x="0" y="0"/>
                </a:lnTo>
              </a:path>
            </a:pathLst>
          </a:custGeom>
          <a:noFill/>
          <a:ln w="19050" cap="flat">
            <a:solidFill>
              <a:srgbClr val="C3EF0C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54416344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720" userDrawn="1">
          <p15:clr>
            <a:srgbClr val="FBAE40"/>
          </p15:clr>
        </p15:guide>
        <p15:guide id="2" orient="horz" pos="1584" userDrawn="1">
          <p15:clr>
            <a:srgbClr val="FBAE40"/>
          </p15:clr>
        </p15:guide>
        <p15:guide id="3" orient="horz" pos="271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icons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4142" y="3971432"/>
            <a:ext cx="2941600" cy="360000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xmlns="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34142" y="4605832"/>
            <a:ext cx="2941600" cy="1141882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xmlns="" id="{43CBE128-6D8D-4605-B225-5A34FFB1F25B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34142" y="3048000"/>
            <a:ext cx="769486" cy="769486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7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GB"/>
              <a:t>Click icon to add picture</a:t>
            </a:r>
            <a:endParaRPr lang="en-ZA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xmlns="" id="{4AA3FE14-6E13-47C9-A512-83A96F3DD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2D83A9ED-5F19-4646-ADCE-C829C97154DC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8">
            <a:extLst>
              <a:ext uri="{FF2B5EF4-FFF2-40B4-BE49-F238E27FC236}">
                <a16:creationId xmlns:a16="http://schemas.microsoft.com/office/drawing/2014/main" xmlns="" id="{6187F4BE-3AD3-4857-B0A9-A9285E52D81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06975" y="3971432"/>
            <a:ext cx="2941600" cy="360000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xmlns="" id="{5F81158B-DA52-484D-8105-92B77E4DC46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06975" y="4605832"/>
            <a:ext cx="2941600" cy="1141882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xmlns="" id="{51CF84FA-944B-434D-A8DD-F5D8A6BD7F1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706975" y="3048000"/>
            <a:ext cx="769486" cy="769486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7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GB"/>
              <a:t>Click icon to add picture</a:t>
            </a:r>
            <a:endParaRPr lang="en-ZA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xmlns="" id="{9AFDDE4E-007E-431B-937C-1B26959515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412200" y="3971432"/>
            <a:ext cx="2941600" cy="360000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xmlns="" id="{3B096111-A95B-402E-B431-43D852C9E2A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412200" y="4605832"/>
            <a:ext cx="2941600" cy="1141882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25" name="Picture Placeholder 15">
            <a:extLst>
              <a:ext uri="{FF2B5EF4-FFF2-40B4-BE49-F238E27FC236}">
                <a16:creationId xmlns:a16="http://schemas.microsoft.com/office/drawing/2014/main" xmlns="" id="{F07B788A-B491-4062-8710-AC0B5654D44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412200" y="3048000"/>
            <a:ext cx="769486" cy="769486"/>
          </a:xfrm>
          <a:noFill/>
          <a:ln w="95250"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7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/>
            <a:r>
              <a:rPr lang="en-GB"/>
              <a:t>Click icon to add picture</a:t>
            </a:r>
            <a:endParaRPr lang="en-ZA" dirty="0"/>
          </a:p>
        </p:txBody>
      </p:sp>
      <p:sp>
        <p:nvSpPr>
          <p:cNvPr id="19" name="Date Placeholder 2">
            <a:extLst>
              <a:ext uri="{FF2B5EF4-FFF2-40B4-BE49-F238E27FC236}">
                <a16:creationId xmlns:a16="http://schemas.microsoft.com/office/drawing/2014/main" xmlns="" id="{D798BE23-D422-4EB1-A64B-24749090892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xmlns="" id="{4BF2994C-9A98-4FB0-B040-0D7D4EE7DBB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xmlns="" id="{96B5941B-782C-4ACF-AF36-8E21DA11A22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47620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29EDF1B-BFF2-495C-B3B8-4EE6F48140F0}"/>
              </a:ext>
            </a:extLst>
          </p:cNvPr>
          <p:cNvSpPr/>
          <p:nvPr userDrawn="1"/>
        </p:nvSpPr>
        <p:spPr>
          <a:xfrm>
            <a:off x="8412200" y="3195400"/>
            <a:ext cx="2941600" cy="508000"/>
          </a:xfrm>
          <a:prstGeom prst="rect">
            <a:avLst/>
          </a:pr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29F2809-C0D4-4624-9BF4-7A5A02FC6504}"/>
              </a:ext>
            </a:extLst>
          </p:cNvPr>
          <p:cNvSpPr/>
          <p:nvPr userDrawn="1"/>
        </p:nvSpPr>
        <p:spPr>
          <a:xfrm>
            <a:off x="1034142" y="3195400"/>
            <a:ext cx="2941600" cy="508000"/>
          </a:xfrm>
          <a:prstGeom prst="rect">
            <a:avLst/>
          </a:pr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A38AFF1-A7FF-4F75-9E57-C1827806B34E}"/>
              </a:ext>
            </a:extLst>
          </p:cNvPr>
          <p:cNvSpPr/>
          <p:nvPr userDrawn="1"/>
        </p:nvSpPr>
        <p:spPr>
          <a:xfrm>
            <a:off x="4706975" y="3195400"/>
            <a:ext cx="2941600" cy="508000"/>
          </a:xfrm>
          <a:prstGeom prst="rect">
            <a:avLst/>
          </a:prstGeom>
          <a:gradFill>
            <a:gsLst>
              <a:gs pos="100000">
                <a:schemeClr val="accent2"/>
              </a:gs>
              <a:gs pos="8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34142" y="3266159"/>
            <a:ext cx="2941600" cy="3600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Title 1</a:t>
            </a:r>
            <a:endParaRPr lang="en-ZA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xmlns="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34142" y="4117103"/>
            <a:ext cx="2941600" cy="11418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xmlns="" id="{4AA3FE14-6E13-47C9-A512-83A96F3DD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2D83A9ED-5F19-4646-ADCE-C829C97154DC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8">
            <a:extLst>
              <a:ext uri="{FF2B5EF4-FFF2-40B4-BE49-F238E27FC236}">
                <a16:creationId xmlns:a16="http://schemas.microsoft.com/office/drawing/2014/main" xmlns="" id="{6187F4BE-3AD3-4857-B0A9-A9285E52D81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06975" y="3266159"/>
            <a:ext cx="2941600" cy="3600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 2</a:t>
            </a:r>
            <a:endParaRPr lang="en-ZA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xmlns="" id="{5F81158B-DA52-484D-8105-92B77E4DC46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06975" y="4117103"/>
            <a:ext cx="2941600" cy="11418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xmlns="" id="{9AFDDE4E-007E-431B-937C-1B26959515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412200" y="3266159"/>
            <a:ext cx="2941600" cy="360000"/>
          </a:xfr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Title 3</a:t>
            </a:r>
            <a:endParaRPr lang="en-ZA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xmlns="" id="{3B096111-A95B-402E-B431-43D852C9E2A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412200" y="4117103"/>
            <a:ext cx="2941600" cy="1141882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Bullet Description</a:t>
            </a:r>
            <a:endParaRPr lang="en-ZA"/>
          </a:p>
        </p:txBody>
      </p:sp>
      <p:sp>
        <p:nvSpPr>
          <p:cNvPr id="18" name="Date Placeholder 2">
            <a:extLst>
              <a:ext uri="{FF2B5EF4-FFF2-40B4-BE49-F238E27FC236}">
                <a16:creationId xmlns:a16="http://schemas.microsoft.com/office/drawing/2014/main" xmlns="" id="{7EDA1598-95B9-4907-B9B9-46A0B9ACC8D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xmlns="" id="{63AF9C34-CC92-4EDC-9D5F-1FABCEB8740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xmlns="" id="{EAEA54FD-376F-4285-9684-F9DFDE0B472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90367756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xmlns="" id="{1FBFD526-F385-422D-A7A7-BCE72D8141B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3"/>
            <a:ext cx="5288281" cy="6857999"/>
          </a:xfrm>
          <a:custGeom>
            <a:avLst/>
            <a:gdLst>
              <a:gd name="connsiteX0" fmla="*/ 0 w 5288281"/>
              <a:gd name="connsiteY0" fmla="*/ 0 h 6857999"/>
              <a:gd name="connsiteX1" fmla="*/ 1707378 w 5288281"/>
              <a:gd name="connsiteY1" fmla="*/ 0 h 6857999"/>
              <a:gd name="connsiteX2" fmla="*/ 1707378 w 5288281"/>
              <a:gd name="connsiteY2" fmla="*/ 1511096 h 6857999"/>
              <a:gd name="connsiteX3" fmla="*/ 5288281 w 5288281"/>
              <a:gd name="connsiteY3" fmla="*/ 1511096 h 6857999"/>
              <a:gd name="connsiteX4" fmla="*/ 5288281 w 5288281"/>
              <a:gd name="connsiteY4" fmla="*/ 3253159 h 6857999"/>
              <a:gd name="connsiteX5" fmla="*/ 1707378 w 5288281"/>
              <a:gd name="connsiteY5" fmla="*/ 3253159 h 6857999"/>
              <a:gd name="connsiteX6" fmla="*/ 1707378 w 5288281"/>
              <a:gd name="connsiteY6" fmla="*/ 5115860 h 6857999"/>
              <a:gd name="connsiteX7" fmla="*/ 5272034 w 5288281"/>
              <a:gd name="connsiteY7" fmla="*/ 5115860 h 6857999"/>
              <a:gd name="connsiteX8" fmla="*/ 5272034 w 5288281"/>
              <a:gd name="connsiteY8" fmla="*/ 6857999 h 6857999"/>
              <a:gd name="connsiteX9" fmla="*/ 0 w 5288281"/>
              <a:gd name="connsiteY9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88281" h="6857999">
                <a:moveTo>
                  <a:pt x="0" y="0"/>
                </a:moveTo>
                <a:lnTo>
                  <a:pt x="1707378" y="0"/>
                </a:lnTo>
                <a:lnTo>
                  <a:pt x="1707378" y="1511096"/>
                </a:lnTo>
                <a:lnTo>
                  <a:pt x="5288281" y="1511096"/>
                </a:lnTo>
                <a:lnTo>
                  <a:pt x="5288281" y="3253159"/>
                </a:lnTo>
                <a:lnTo>
                  <a:pt x="1707378" y="3253159"/>
                </a:lnTo>
                <a:lnTo>
                  <a:pt x="1707378" y="5115860"/>
                </a:lnTo>
                <a:lnTo>
                  <a:pt x="5272034" y="5115860"/>
                </a:lnTo>
                <a:lnTo>
                  <a:pt x="5272034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xmlns="" id="{B2DB8B03-EE62-48FF-8583-59DFBBEDA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3720" y="1419438"/>
            <a:ext cx="4450080" cy="924808"/>
          </a:xfrm>
        </p:spPr>
        <p:txBody>
          <a:bodyPr lIns="0" anchor="t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xmlns="" id="{EAF98237-032C-4FA5-B76D-C29FB5F6FF7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366082" y="3009550"/>
            <a:ext cx="1254314" cy="360000"/>
          </a:xfr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xmlns="" id="{44353DAE-0553-4AB4-8929-C4F0C1424E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66082" y="4017086"/>
            <a:ext cx="1254314" cy="360000"/>
          </a:xfr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xmlns="" id="{9651CB4B-B007-4E99-9371-20279E8FF7B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66082" y="4957948"/>
            <a:ext cx="1254314" cy="360000"/>
          </a:xfrm>
        </p:spPr>
        <p:txBody>
          <a:bodyPr anchor="ctr"/>
          <a:lstStyle>
            <a:lvl1pPr marL="0" indent="0" algn="l">
              <a:buFont typeface="Arial" panose="020B0604020202020204" pitchFamily="34" charset="0"/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Bullet 1</a:t>
            </a:r>
            <a:endParaRPr lang="en-ZA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xmlns="" id="{C0437717-0C1B-4589-AEF7-D8E934F4119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03720" y="2816574"/>
            <a:ext cx="561421" cy="62725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#</a:t>
            </a:r>
            <a:endParaRPr lang="en-ZA"/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xmlns="" id="{BE01B6B4-5A67-4429-A312-A531EC3BF42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03720" y="3805802"/>
            <a:ext cx="561421" cy="62725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#</a:t>
            </a:r>
            <a:endParaRPr lang="en-ZA"/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xmlns="" id="{1673722D-82CF-4D94-9D83-D95A8DE5ACE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03721" y="4795030"/>
            <a:ext cx="561421" cy="627254"/>
          </a:xfrm>
        </p:spPr>
        <p:txBody>
          <a:bodyPr anchor="ctr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 sz="4400" b="1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#</a:t>
            </a:r>
            <a:endParaRPr lang="en-ZA"/>
          </a:p>
        </p:txBody>
      </p:sp>
      <p:sp>
        <p:nvSpPr>
          <p:cNvPr id="41" name="Text Placeholder 18">
            <a:extLst>
              <a:ext uri="{FF2B5EF4-FFF2-40B4-BE49-F238E27FC236}">
                <a16:creationId xmlns:a16="http://schemas.microsoft.com/office/drawing/2014/main" xmlns="" id="{05767D4F-E20C-4F37-B411-A7F221B6A8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29106" y="3074238"/>
            <a:ext cx="2427514" cy="715169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2" name="Text Placeholder 18">
            <a:extLst>
              <a:ext uri="{FF2B5EF4-FFF2-40B4-BE49-F238E27FC236}">
                <a16:creationId xmlns:a16="http://schemas.microsoft.com/office/drawing/2014/main" xmlns="" id="{BB90A96A-A614-41C0-9759-F6C15AE6806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29106" y="4074889"/>
            <a:ext cx="2427514" cy="715169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3" name="Text Placeholder 18">
            <a:extLst>
              <a:ext uri="{FF2B5EF4-FFF2-40B4-BE49-F238E27FC236}">
                <a16:creationId xmlns:a16="http://schemas.microsoft.com/office/drawing/2014/main" xmlns="" id="{983AE7FC-57B1-4AB3-8EAA-A85904DBBE9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29106" y="5016921"/>
            <a:ext cx="2427514" cy="715169"/>
          </a:xfrm>
        </p:spPr>
        <p:txBody>
          <a:bodyPr lIns="0" anchor="t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xmlns="" id="{8AECD175-60EB-459F-BA4C-8E4DE7BC01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1/7/20XX</a:t>
            </a:r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xmlns="" id="{2180FF4C-4A98-4E30-B414-026CEECAE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17" name="Slide Number Placeholder 7">
            <a:extLst>
              <a:ext uri="{FF2B5EF4-FFF2-40B4-BE49-F238E27FC236}">
                <a16:creationId xmlns:a16="http://schemas.microsoft.com/office/drawing/2014/main" xmlns="" id="{9498BBC0-E864-44E0-8C60-D13DC062B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61290837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0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24F48E-4E21-421F-A044-1D5C607BF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429000"/>
            <a:ext cx="4114797" cy="274796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457200" indent="0">
              <a:lnSpc>
                <a:spcPct val="150000"/>
              </a:lnSpc>
              <a:buNone/>
              <a:defRPr sz="1200"/>
            </a:lvl2pPr>
            <a:lvl3pPr marL="914400" indent="0">
              <a:lnSpc>
                <a:spcPct val="150000"/>
              </a:lnSpc>
              <a:buNone/>
              <a:defRPr sz="1200"/>
            </a:lvl3pPr>
            <a:lvl4pPr marL="1371600" indent="0">
              <a:lnSpc>
                <a:spcPct val="150000"/>
              </a:lnSpc>
              <a:buNone/>
              <a:defRPr sz="1200"/>
            </a:lvl4pPr>
            <a:lvl5pPr marL="1828800" indent="0">
              <a:lnSpc>
                <a:spcPct val="150000"/>
              </a:lnSpc>
              <a:buNone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6C70E23-CF91-4792-9B98-182E6804B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9003" y="3429000"/>
            <a:ext cx="4114797" cy="2747962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457200" indent="0">
              <a:lnSpc>
                <a:spcPct val="150000"/>
              </a:lnSpc>
              <a:buNone/>
              <a:defRPr sz="1200"/>
            </a:lvl2pPr>
            <a:lvl3pPr marL="914400" indent="0">
              <a:lnSpc>
                <a:spcPct val="150000"/>
              </a:lnSpc>
              <a:buNone/>
              <a:defRPr sz="1200"/>
            </a:lvl3pPr>
            <a:lvl4pPr marL="1371600" indent="0">
              <a:lnSpc>
                <a:spcPct val="150000"/>
              </a:lnSpc>
              <a:buNone/>
              <a:defRPr sz="1200"/>
            </a:lvl4pPr>
            <a:lvl5pPr marL="1828800" indent="0">
              <a:lnSpc>
                <a:spcPct val="150000"/>
              </a:lnSpc>
              <a:buNone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15A2875-2896-4182-BA30-FB502AC9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F72769E-89D2-4868-B2CF-A0759A62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500" y="6356350"/>
            <a:ext cx="8763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E0011F19-A2C9-4F67-A7F1-592B85FFB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 algn="ctr"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C7C8CFDC-095C-4312-A01D-7430D1FEAA6F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603500"/>
            <a:ext cx="0" cy="42545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6DE385DE-9334-4CED-AD7E-F63A320B0512}"/>
              </a:ext>
            </a:extLst>
          </p:cNvPr>
          <p:cNvSpPr/>
          <p:nvPr userDrawn="1"/>
        </p:nvSpPr>
        <p:spPr>
          <a:xfrm>
            <a:off x="0" y="2324100"/>
            <a:ext cx="12192000" cy="63341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xmlns="" id="{211839B3-0E6A-4750-8862-3A55B0FEF98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201" y="2413000"/>
            <a:ext cx="4114795" cy="49371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xmlns="" id="{E72DA832-BD58-447B-A20E-EA3A7F4EAFF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7239003" y="2413000"/>
            <a:ext cx="4114797" cy="493710"/>
          </a:xfrm>
        </p:spPr>
        <p:txBody>
          <a:bodyPr anchor="ctr">
            <a:norm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xmlns="" id="{64EBCEB5-BD23-4BD0-BB31-DF6A631D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2" y="6356350"/>
            <a:ext cx="3038469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Pitch deck</a:t>
            </a:r>
          </a:p>
        </p:txBody>
      </p:sp>
    </p:spTree>
    <p:extLst>
      <p:ext uri="{BB962C8B-B14F-4D97-AF65-F5344CB8AC3E}">
        <p14:creationId xmlns:p14="http://schemas.microsoft.com/office/powerpoint/2010/main" xmlns="" val="3348445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57335" y="1822008"/>
            <a:ext cx="3295186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xmlns="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57335" y="2167484"/>
            <a:ext cx="3294437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xmlns="" id="{E6C37A20-957D-4B0B-AC33-7DD21D99A6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80795" y="3339988"/>
            <a:ext cx="3295186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xmlns="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80795" y="3685464"/>
            <a:ext cx="3294437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xmlns="" id="{BD09685A-53BF-4E9B-BD7F-C77B60165D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1710" y="4857968"/>
            <a:ext cx="3295186" cy="320381"/>
          </a:xfrm>
        </p:spPr>
        <p:txBody>
          <a:bodyPr lIns="0" anchor="ctr">
            <a:no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xmlns="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1710" y="5203444"/>
            <a:ext cx="3294437" cy="540104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274844B5-3E4A-4209-AD6C-31EB9B57D62E}"/>
              </a:ext>
            </a:extLst>
          </p:cNvPr>
          <p:cNvCxnSpPr>
            <a:cxnSpLocks/>
          </p:cNvCxnSpPr>
          <p:nvPr userDrawn="1"/>
        </p:nvCxnSpPr>
        <p:spPr>
          <a:xfrm flipV="1">
            <a:off x="4369950" y="805543"/>
            <a:ext cx="3648352" cy="6052189"/>
          </a:xfrm>
          <a:prstGeom prst="straightConnector1">
            <a:avLst/>
          </a:prstGeom>
          <a:ln w="1905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1519057B-4248-4880-A89E-5DCBBB157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319657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76011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DB7A5A-4225-417D-92C6-1C9A16E3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24F48E-4E21-421F-A044-1D5C607BF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6C70E23-CF91-4792-9B98-182E6804B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15A2875-2896-4182-BA30-FB502AC98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B9BA8EE-BF3B-4E61-9241-4BC605B36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F72769E-89D2-4868-B2CF-A0759A62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6340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611C53D-85FC-41D8-9A69-F4734072C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4142" y="2046288"/>
            <a:ext cx="5544458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17446CE-03E2-409B-B8EF-7C188C1E6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4142" y="3162300"/>
            <a:ext cx="5544458" cy="30273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0F4FC59-2ADF-4A3F-BBF9-07FF022209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40588" y="2046288"/>
            <a:ext cx="4114800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47F889E-7C42-4396-AEE8-7B337AFAF1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40588" y="3162300"/>
            <a:ext cx="4114800" cy="30273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33D57D1-26E8-4CE2-AAA6-482AA55FC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C24918E-7FEA-4406-B5C4-9CA22363D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015B8D0-7EB3-42DC-AD4D-51B34268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2FF7DCBA-487E-4B33-BB90-0DADF952C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319657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5679E440-088D-4C5E-AE96-53292A60A147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031251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142" y="1850572"/>
            <a:ext cx="10134601" cy="40930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7CA22921-D059-426E-8623-0C4322D5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16206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4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xmlns="" id="{C7B19AA7-3B63-43B8-BE54-6F7F01B262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04817" y="2233881"/>
            <a:ext cx="3387182" cy="2390238"/>
          </a:xfrm>
          <a:custGeom>
            <a:avLst/>
            <a:gdLst>
              <a:gd name="connsiteX0" fmla="*/ 1033243 w 3387182"/>
              <a:gd name="connsiteY0" fmla="*/ 0 h 2390238"/>
              <a:gd name="connsiteX1" fmla="*/ 3387182 w 3387182"/>
              <a:gd name="connsiteY1" fmla="*/ 0 h 2390238"/>
              <a:gd name="connsiteX2" fmla="*/ 3378264 w 3387182"/>
              <a:gd name="connsiteY2" fmla="*/ 2390238 h 2390238"/>
              <a:gd name="connsiteX3" fmla="*/ 0 w 3387182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7182" h="2390238">
                <a:moveTo>
                  <a:pt x="1033243" y="0"/>
                </a:moveTo>
                <a:lnTo>
                  <a:pt x="3387182" y="0"/>
                </a:lnTo>
                <a:lnTo>
                  <a:pt x="3378264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xmlns="" id="{1B55057A-5AE4-4EAE-8E1E-189462BF31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90016" y="2233881"/>
            <a:ext cx="3917851" cy="2390238"/>
          </a:xfrm>
          <a:custGeom>
            <a:avLst/>
            <a:gdLst>
              <a:gd name="connsiteX0" fmla="*/ 1033243 w 3917851"/>
              <a:gd name="connsiteY0" fmla="*/ 0 h 2390238"/>
              <a:gd name="connsiteX1" fmla="*/ 3917851 w 3917851"/>
              <a:gd name="connsiteY1" fmla="*/ 0 h 2390238"/>
              <a:gd name="connsiteX2" fmla="*/ 2884608 w 3917851"/>
              <a:gd name="connsiteY2" fmla="*/ 2390238 h 2390238"/>
              <a:gd name="connsiteX3" fmla="*/ 0 w 3917851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7851" h="2390238">
                <a:moveTo>
                  <a:pt x="1033243" y="0"/>
                </a:moveTo>
                <a:lnTo>
                  <a:pt x="3917851" y="0"/>
                </a:lnTo>
                <a:lnTo>
                  <a:pt x="2884608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xmlns="" id="{A4433358-37F4-4631-87BD-71A4E90A4C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75215" y="2233881"/>
            <a:ext cx="3917851" cy="2390238"/>
          </a:xfrm>
          <a:custGeom>
            <a:avLst/>
            <a:gdLst>
              <a:gd name="connsiteX0" fmla="*/ 1033243 w 3917851"/>
              <a:gd name="connsiteY0" fmla="*/ 0 h 2390238"/>
              <a:gd name="connsiteX1" fmla="*/ 3917851 w 3917851"/>
              <a:gd name="connsiteY1" fmla="*/ 0 h 2390238"/>
              <a:gd name="connsiteX2" fmla="*/ 2884608 w 3917851"/>
              <a:gd name="connsiteY2" fmla="*/ 2390238 h 2390238"/>
              <a:gd name="connsiteX3" fmla="*/ 0 w 3917851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7851" h="2390238">
                <a:moveTo>
                  <a:pt x="1033243" y="0"/>
                </a:moveTo>
                <a:lnTo>
                  <a:pt x="3917851" y="0"/>
                </a:lnTo>
                <a:lnTo>
                  <a:pt x="2884608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A663A4BE-7DD2-4FAC-B36C-6A1DAB0740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233881"/>
            <a:ext cx="3378263" cy="2390238"/>
          </a:xfrm>
          <a:custGeom>
            <a:avLst/>
            <a:gdLst>
              <a:gd name="connsiteX0" fmla="*/ 0 w 3378263"/>
              <a:gd name="connsiteY0" fmla="*/ 0 h 2390238"/>
              <a:gd name="connsiteX1" fmla="*/ 3378263 w 3378263"/>
              <a:gd name="connsiteY1" fmla="*/ 0 h 2390238"/>
              <a:gd name="connsiteX2" fmla="*/ 2345020 w 3378263"/>
              <a:gd name="connsiteY2" fmla="*/ 2390238 h 2390238"/>
              <a:gd name="connsiteX3" fmla="*/ 0 w 3378263"/>
              <a:gd name="connsiteY3" fmla="*/ 2390238 h 239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78263" h="2390238">
                <a:moveTo>
                  <a:pt x="0" y="0"/>
                </a:moveTo>
                <a:lnTo>
                  <a:pt x="3378263" y="0"/>
                </a:lnTo>
                <a:lnTo>
                  <a:pt x="2345020" y="2390238"/>
                </a:lnTo>
                <a:lnTo>
                  <a:pt x="0" y="239023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EEF1FEE-F11E-4D86-B18A-334DC837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143D405-92C8-41A3-8CA8-EAB7EE6E9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813E559-638A-4105-95C4-0812BAFB7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xmlns="" id="{0157B5A6-CA34-4D5D-9A70-14D478D55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 algn="ctr"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xmlns="" id="{CEC8B31E-90EA-47DA-88C8-7210550FEC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54933" y="5061424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xmlns="" id="{0B29C3B6-1467-4DB9-A2AE-6C82548895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54932" y="5406900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xmlns="" id="{C0CAE507-1952-49D5-A01E-F3CEA53FEF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1476" y="5061424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xmlns="" id="{BC2F8ABF-1CD3-4283-BBC9-9536E8C04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1475" y="5406900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xmlns="" id="{FE6695F4-4900-48B5-9D68-486774B8D7F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77835" y="5061424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xmlns="" id="{FF214FA8-F7B7-40D8-A97C-52E0B0BDE1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77834" y="5406900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xmlns="" id="{56B0AF9E-C16A-4170-A149-1E47AC0D81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00181" y="5057897"/>
            <a:ext cx="2443654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nAME</a:t>
            </a:r>
            <a:endParaRPr lang="en-US"/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xmlns="" id="{B1CB5369-F6CE-41B6-ACE8-9FA5781CB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00180" y="5403373"/>
            <a:ext cx="2443099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xmlns="" val="11411511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8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xmlns="" id="{88E0AC7A-AA85-427E-8B83-AEEF229EDA4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0383802" y="3121794"/>
            <a:ext cx="1808198" cy="1097726"/>
          </a:xfrm>
          <a:custGeom>
            <a:avLst/>
            <a:gdLst>
              <a:gd name="connsiteX0" fmla="*/ 474569 w 1808198"/>
              <a:gd name="connsiteY0" fmla="*/ 0 h 1097726"/>
              <a:gd name="connsiteX1" fmla="*/ 1799279 w 1808198"/>
              <a:gd name="connsiteY1" fmla="*/ 0 h 1097726"/>
              <a:gd name="connsiteX2" fmla="*/ 1808198 w 1808198"/>
              <a:gd name="connsiteY2" fmla="*/ 1097726 h 1097726"/>
              <a:gd name="connsiteX3" fmla="*/ 0 w 1808198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8198" h="1097726">
                <a:moveTo>
                  <a:pt x="474569" y="0"/>
                </a:moveTo>
                <a:lnTo>
                  <a:pt x="1799279" y="0"/>
                </a:lnTo>
                <a:lnTo>
                  <a:pt x="1808198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xmlns="" id="{E6437AD1-FE22-40AE-8BB8-8B8B9C5770F8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900427" y="3121794"/>
            <a:ext cx="1799279" cy="1097726"/>
          </a:xfrm>
          <a:custGeom>
            <a:avLst/>
            <a:gdLst>
              <a:gd name="connsiteX0" fmla="*/ 47448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48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xmlns="" id="{97978D8E-FCD0-4E7C-BD0B-F2F47BA1B2D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416963" y="3121794"/>
            <a:ext cx="1799279" cy="1097726"/>
          </a:xfrm>
          <a:custGeom>
            <a:avLst/>
            <a:gdLst>
              <a:gd name="connsiteX0" fmla="*/ 474570 w 1799279"/>
              <a:gd name="connsiteY0" fmla="*/ 0 h 1097726"/>
              <a:gd name="connsiteX1" fmla="*/ 1799279 w 1799279"/>
              <a:gd name="connsiteY1" fmla="*/ 0 h 1097726"/>
              <a:gd name="connsiteX2" fmla="*/ 132479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570" y="0"/>
                </a:moveTo>
                <a:lnTo>
                  <a:pt x="1799279" y="0"/>
                </a:lnTo>
                <a:lnTo>
                  <a:pt x="132479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5" name="Picture Placeholder 54">
            <a:extLst>
              <a:ext uri="{FF2B5EF4-FFF2-40B4-BE49-F238E27FC236}">
                <a16:creationId xmlns:a16="http://schemas.microsoft.com/office/drawing/2014/main" xmlns="" id="{83197EDA-7F24-4C0A-B859-34173E066FC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933589" y="3121794"/>
            <a:ext cx="1799125" cy="1097726"/>
          </a:xfrm>
          <a:custGeom>
            <a:avLst/>
            <a:gdLst>
              <a:gd name="connsiteX0" fmla="*/ 474570 w 1799125"/>
              <a:gd name="connsiteY0" fmla="*/ 0 h 1097726"/>
              <a:gd name="connsiteX1" fmla="*/ 1799125 w 1799125"/>
              <a:gd name="connsiteY1" fmla="*/ 0 h 1097726"/>
              <a:gd name="connsiteX2" fmla="*/ 1799125 w 1799125"/>
              <a:gd name="connsiteY2" fmla="*/ 356 h 1097726"/>
              <a:gd name="connsiteX3" fmla="*/ 1324799 w 1799125"/>
              <a:gd name="connsiteY3" fmla="*/ 1097726 h 1097726"/>
              <a:gd name="connsiteX4" fmla="*/ 0 w 1799125"/>
              <a:gd name="connsiteY4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9125" h="1097726">
                <a:moveTo>
                  <a:pt x="474570" y="0"/>
                </a:moveTo>
                <a:lnTo>
                  <a:pt x="1799125" y="0"/>
                </a:lnTo>
                <a:lnTo>
                  <a:pt x="1799125" y="356"/>
                </a:lnTo>
                <a:lnTo>
                  <a:pt x="132479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xmlns="" id="{D5CFC424-FDBC-4BD5-B5FB-E2C7B5DE600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450214" y="3121794"/>
            <a:ext cx="1799279" cy="1097726"/>
          </a:xfrm>
          <a:custGeom>
            <a:avLst/>
            <a:gdLst>
              <a:gd name="connsiteX0" fmla="*/ 47448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48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xmlns="" id="{B2475369-85E0-474D-9454-6911B2BB54D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966838" y="3121794"/>
            <a:ext cx="1799279" cy="1097726"/>
          </a:xfrm>
          <a:custGeom>
            <a:avLst/>
            <a:gdLst>
              <a:gd name="connsiteX0" fmla="*/ 47448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48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xmlns="" id="{9231E13B-CD8C-48FC-A6DB-E87F08B4628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483375" y="3121794"/>
            <a:ext cx="1799279" cy="1097726"/>
          </a:xfrm>
          <a:custGeom>
            <a:avLst/>
            <a:gdLst>
              <a:gd name="connsiteX0" fmla="*/ 474569 w 1799279"/>
              <a:gd name="connsiteY0" fmla="*/ 0 h 1097726"/>
              <a:gd name="connsiteX1" fmla="*/ 1799279 w 1799279"/>
              <a:gd name="connsiteY1" fmla="*/ 0 h 1097726"/>
              <a:gd name="connsiteX2" fmla="*/ 1324798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474569" y="0"/>
                </a:moveTo>
                <a:lnTo>
                  <a:pt x="1799279" y="0"/>
                </a:lnTo>
                <a:lnTo>
                  <a:pt x="1324798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xmlns="" id="{9A7D62AC-CCFA-44C3-98ED-F750B562B96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" y="3121794"/>
            <a:ext cx="1799279" cy="1097726"/>
          </a:xfrm>
          <a:custGeom>
            <a:avLst/>
            <a:gdLst>
              <a:gd name="connsiteX0" fmla="*/ 0 w 1799279"/>
              <a:gd name="connsiteY0" fmla="*/ 0 h 1097726"/>
              <a:gd name="connsiteX1" fmla="*/ 1799279 w 1799279"/>
              <a:gd name="connsiteY1" fmla="*/ 0 h 1097726"/>
              <a:gd name="connsiteX2" fmla="*/ 1324709 w 1799279"/>
              <a:gd name="connsiteY2" fmla="*/ 1097726 h 1097726"/>
              <a:gd name="connsiteX3" fmla="*/ 0 w 1799279"/>
              <a:gd name="connsiteY3" fmla="*/ 1097726 h 1097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9279" h="1097726">
                <a:moveTo>
                  <a:pt x="0" y="0"/>
                </a:moveTo>
                <a:lnTo>
                  <a:pt x="1799279" y="0"/>
                </a:lnTo>
                <a:lnTo>
                  <a:pt x="1324709" y="1097726"/>
                </a:lnTo>
                <a:lnTo>
                  <a:pt x="0" y="1097726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EEF1FEE-F11E-4D86-B18A-334DC8379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143D405-92C8-41A3-8CA8-EAB7EE6E9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813E559-638A-4105-95C4-0812BAFB7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xmlns="" id="{0157B5A6-CA34-4D5D-9A70-14D478D55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 lIns="0">
            <a:normAutofit/>
          </a:bodyPr>
          <a:lstStyle>
            <a:lvl1pPr algn="ctr"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xmlns="" id="{C0CAE507-1952-49D5-A01E-F3CEA53FEF3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0" y="2325820"/>
            <a:ext cx="1799279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xmlns="" id="{BC2F8ABF-1CD3-4283-BBC9-9536E8C04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09" y="2586626"/>
            <a:ext cx="1798870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15">
            <a:extLst>
              <a:ext uri="{FF2B5EF4-FFF2-40B4-BE49-F238E27FC236}">
                <a16:creationId xmlns:a16="http://schemas.microsoft.com/office/drawing/2014/main" xmlns="" id="{F3625817-ADC5-402C-BF70-E72E180EA94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29000" y="232582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8" name="Text Placeholder 18">
            <a:extLst>
              <a:ext uri="{FF2B5EF4-FFF2-40B4-BE49-F238E27FC236}">
                <a16:creationId xmlns:a16="http://schemas.microsoft.com/office/drawing/2014/main" xmlns="" id="{1CD742BF-928E-4F96-A707-0762F7415A8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429005" y="258662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9" name="Text Placeholder 15">
            <a:extLst>
              <a:ext uri="{FF2B5EF4-FFF2-40B4-BE49-F238E27FC236}">
                <a16:creationId xmlns:a16="http://schemas.microsoft.com/office/drawing/2014/main" xmlns="" id="{F63CF451-68B6-4006-B393-3926AD5577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95597" y="232582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0" name="Text Placeholder 18">
            <a:extLst>
              <a:ext uri="{FF2B5EF4-FFF2-40B4-BE49-F238E27FC236}">
                <a16:creationId xmlns:a16="http://schemas.microsoft.com/office/drawing/2014/main" xmlns="" id="{0812886F-184C-40A8-A729-8B4B4926879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395602" y="258662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1" name="Text Placeholder 15">
            <a:extLst>
              <a:ext uri="{FF2B5EF4-FFF2-40B4-BE49-F238E27FC236}">
                <a16:creationId xmlns:a16="http://schemas.microsoft.com/office/drawing/2014/main" xmlns="" id="{227745AB-F0A1-4D69-B3E7-1E05EC5A83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371508" y="232582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2" name="Text Placeholder 18">
            <a:extLst>
              <a:ext uri="{FF2B5EF4-FFF2-40B4-BE49-F238E27FC236}">
                <a16:creationId xmlns:a16="http://schemas.microsoft.com/office/drawing/2014/main" xmlns="" id="{FA1D1660-FDA5-41B8-9EE3-ADA0E15F0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71513" y="258662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15">
            <a:extLst>
              <a:ext uri="{FF2B5EF4-FFF2-40B4-BE49-F238E27FC236}">
                <a16:creationId xmlns:a16="http://schemas.microsoft.com/office/drawing/2014/main" xmlns="" id="{40B672B5-5EF2-428E-8952-03BB5F47FB4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83375" y="450748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4" name="Text Placeholder 18">
            <a:extLst>
              <a:ext uri="{FF2B5EF4-FFF2-40B4-BE49-F238E27FC236}">
                <a16:creationId xmlns:a16="http://schemas.microsoft.com/office/drawing/2014/main" xmlns="" id="{AAB3392A-4B63-483C-B97B-A962BA72959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83380" y="476828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5" name="Text Placeholder 15">
            <a:extLst>
              <a:ext uri="{FF2B5EF4-FFF2-40B4-BE49-F238E27FC236}">
                <a16:creationId xmlns:a16="http://schemas.microsoft.com/office/drawing/2014/main" xmlns="" id="{52F154E0-81D0-4ED7-81F5-F2A41F6EE2E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457493" y="4507480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6" name="Text Placeholder 18">
            <a:extLst>
              <a:ext uri="{FF2B5EF4-FFF2-40B4-BE49-F238E27FC236}">
                <a16:creationId xmlns:a16="http://schemas.microsoft.com/office/drawing/2014/main" xmlns="" id="{D57D2666-5AA0-4552-8434-DE134549DA0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457498" y="4768286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7" name="Text Placeholder 15">
            <a:extLst>
              <a:ext uri="{FF2B5EF4-FFF2-40B4-BE49-F238E27FC236}">
                <a16:creationId xmlns:a16="http://schemas.microsoft.com/office/drawing/2014/main" xmlns="" id="{7E6E0780-44C2-48C7-99F2-E711D9BFA85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416963" y="4502202"/>
            <a:ext cx="1337117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78" name="Text Placeholder 18">
            <a:extLst>
              <a:ext uri="{FF2B5EF4-FFF2-40B4-BE49-F238E27FC236}">
                <a16:creationId xmlns:a16="http://schemas.microsoft.com/office/drawing/2014/main" xmlns="" id="{41A5DBDC-E19D-4B74-863C-D63A78E4938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16968" y="4763008"/>
            <a:ext cx="1336813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15">
            <a:extLst>
              <a:ext uri="{FF2B5EF4-FFF2-40B4-BE49-F238E27FC236}">
                <a16:creationId xmlns:a16="http://schemas.microsoft.com/office/drawing/2014/main" xmlns="" id="{EEFB1377-2783-49F1-A131-38F4B63B90C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376433" y="4527297"/>
            <a:ext cx="1799279" cy="320381"/>
          </a:xfrm>
        </p:spPr>
        <p:txBody>
          <a:bodyPr lIns="0" anchor="ctr">
            <a:noAutofit/>
          </a:bodyPr>
          <a:lstStyle>
            <a:lvl1pPr marL="0" indent="0" algn="ctr">
              <a:buNone/>
              <a:defRPr lang="en-US" sz="12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80" name="Text Placeholder 18">
            <a:extLst>
              <a:ext uri="{FF2B5EF4-FFF2-40B4-BE49-F238E27FC236}">
                <a16:creationId xmlns:a16="http://schemas.microsoft.com/office/drawing/2014/main" xmlns="" id="{C188F315-95C8-490A-AB31-6B6D7A7A535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376438" y="4788103"/>
            <a:ext cx="1798870" cy="361598"/>
          </a:xfrm>
        </p:spPr>
        <p:txBody>
          <a:bodyPr lIns="0">
            <a:normAutofit/>
          </a:bodyPr>
          <a:lstStyle>
            <a:lvl1pPr marL="0" indent="0" algn="ctr">
              <a:lnSpc>
                <a:spcPct val="150000"/>
              </a:lnSpc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xmlns="" val="10519082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D6B45A-9FA0-4D2A-8BEF-4709BD5C1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87A579D-F737-4350-8205-BCA37BAFE1AB}"/>
              </a:ext>
            </a:extLst>
          </p:cNvPr>
          <p:cNvCxnSpPr>
            <a:cxnSpLocks/>
          </p:cNvCxnSpPr>
          <p:nvPr userDrawn="1"/>
        </p:nvCxnSpPr>
        <p:spPr>
          <a:xfrm>
            <a:off x="1121228" y="0"/>
            <a:ext cx="0" cy="1110286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2">
            <a:extLst>
              <a:ext uri="{FF2B5EF4-FFF2-40B4-BE49-F238E27FC236}">
                <a16:creationId xmlns:a16="http://schemas.microsoft.com/office/drawing/2014/main" xmlns="" id="{3135F811-46C6-4574-99D7-6B90FE873BD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xmlns="" id="{AB03F056-6BD3-4D1E-B794-6796E05CC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xmlns="" id="{DD442E15-02E7-470A-B455-1641DC03E51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xmlns="" id="{7AB804A3-DDE8-4F7C-AA96-94BD89866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xmlns="" id="{41D76E21-775F-4F86-8F17-E8258055D6D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xmlns="" id="{290EB005-534F-4E5E-81D4-3795AF32C8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xmlns="" id="{4DDA664B-9E00-41E2-903A-87130EEDB2DF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xmlns="" id="{F38183B6-48F8-4715-8596-BFC77AFE924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xmlns="" id="{0C6D44CB-DAE7-40C8-B7B5-3AC0F92E224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xmlns="" id="{D388CB94-B0AB-4513-9265-432FA36890D7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xmlns="" id="{82DB4D40-3550-49E6-AF64-41E7E499F45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xmlns="" id="{F6056747-20EC-4D2B-8AD5-79902BC518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3568700" y="4464453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cap="all" spc="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xmlns="" val="14180974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pic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xmlns="" id="{0E65E2A4-B306-4415-9D4B-9E9F98B043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08046" cy="6858000"/>
          </a:xfrm>
          <a:custGeom>
            <a:avLst/>
            <a:gdLst>
              <a:gd name="connsiteX0" fmla="*/ 0 w 6508046"/>
              <a:gd name="connsiteY0" fmla="*/ 0 h 6858000"/>
              <a:gd name="connsiteX1" fmla="*/ 364331 w 6508046"/>
              <a:gd name="connsiteY1" fmla="*/ 0 h 6858000"/>
              <a:gd name="connsiteX2" fmla="*/ 1163270 w 6508046"/>
              <a:gd name="connsiteY2" fmla="*/ 2195274 h 6858000"/>
              <a:gd name="connsiteX3" fmla="*/ 1708696 w 6508046"/>
              <a:gd name="connsiteY3" fmla="*/ 4033986 h 6858000"/>
              <a:gd name="connsiteX4" fmla="*/ 1771025 w 6508046"/>
              <a:gd name="connsiteY4" fmla="*/ 4033986 h 6858000"/>
              <a:gd name="connsiteX5" fmla="*/ 2316450 w 6508046"/>
              <a:gd name="connsiteY5" fmla="*/ 2195274 h 6858000"/>
              <a:gd name="connsiteX6" fmla="*/ 3084403 w 6508046"/>
              <a:gd name="connsiteY6" fmla="*/ 0 h 6858000"/>
              <a:gd name="connsiteX7" fmla="*/ 6508046 w 6508046"/>
              <a:gd name="connsiteY7" fmla="*/ 0 h 6858000"/>
              <a:gd name="connsiteX8" fmla="*/ 6508046 w 6508046"/>
              <a:gd name="connsiteY8" fmla="*/ 6858000 h 6858000"/>
              <a:gd name="connsiteX9" fmla="*/ 4310896 w 6508046"/>
              <a:gd name="connsiteY9" fmla="*/ 6858000 h 6858000"/>
              <a:gd name="connsiteX10" fmla="*/ 4310896 w 6508046"/>
              <a:gd name="connsiteY10" fmla="*/ 4407962 h 6858000"/>
              <a:gd name="connsiteX11" fmla="*/ 4638169 w 6508046"/>
              <a:gd name="connsiteY11" fmla="*/ 683746 h 6858000"/>
              <a:gd name="connsiteX12" fmla="*/ 4575840 w 6508046"/>
              <a:gd name="connsiteY12" fmla="*/ 683746 h 6858000"/>
              <a:gd name="connsiteX13" fmla="*/ 3734395 w 6508046"/>
              <a:gd name="connsiteY13" fmla="*/ 3332738 h 6858000"/>
              <a:gd name="connsiteX14" fmla="*/ 2441823 w 6508046"/>
              <a:gd name="connsiteY14" fmla="*/ 6858000 h 6858000"/>
              <a:gd name="connsiteX15" fmla="*/ 914221 w 6508046"/>
              <a:gd name="connsiteY15" fmla="*/ 6858000 h 6858000"/>
              <a:gd name="connsiteX16" fmla="*/ 0 w 6508046"/>
              <a:gd name="connsiteY16" fmla="*/ 43361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508046" h="6858000">
                <a:moveTo>
                  <a:pt x="0" y="0"/>
                </a:moveTo>
                <a:lnTo>
                  <a:pt x="364331" y="0"/>
                </a:lnTo>
                <a:lnTo>
                  <a:pt x="1163270" y="2195274"/>
                </a:lnTo>
                <a:cubicBezTo>
                  <a:pt x="1350258" y="2787402"/>
                  <a:pt x="1521708" y="3395157"/>
                  <a:pt x="1708696" y="4033986"/>
                </a:cubicBezTo>
                <a:lnTo>
                  <a:pt x="1771025" y="4033986"/>
                </a:lnTo>
                <a:cubicBezTo>
                  <a:pt x="1958013" y="3395067"/>
                  <a:pt x="2113925" y="2787313"/>
                  <a:pt x="2316450" y="2195274"/>
                </a:cubicBezTo>
                <a:lnTo>
                  <a:pt x="3084403" y="0"/>
                </a:lnTo>
                <a:lnTo>
                  <a:pt x="6508046" y="0"/>
                </a:lnTo>
                <a:lnTo>
                  <a:pt x="6508046" y="6858000"/>
                </a:lnTo>
                <a:lnTo>
                  <a:pt x="4310896" y="6858000"/>
                </a:lnTo>
                <a:lnTo>
                  <a:pt x="4310896" y="4407962"/>
                </a:lnTo>
                <a:cubicBezTo>
                  <a:pt x="4310896" y="3410694"/>
                  <a:pt x="4513511" y="1681014"/>
                  <a:pt x="4638169" y="683746"/>
                </a:cubicBezTo>
                <a:lnTo>
                  <a:pt x="4575840" y="683746"/>
                </a:lnTo>
                <a:lnTo>
                  <a:pt x="3734395" y="3332738"/>
                </a:lnTo>
                <a:lnTo>
                  <a:pt x="2441823" y="6858000"/>
                </a:lnTo>
                <a:lnTo>
                  <a:pt x="914221" y="6858000"/>
                </a:lnTo>
                <a:lnTo>
                  <a:pt x="0" y="43361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772EF9B-97B0-4909-B1C8-B680035F9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0771" y="4136571"/>
            <a:ext cx="3907972" cy="1883230"/>
          </a:xfrm>
        </p:spPr>
        <p:txBody>
          <a:bodyPr lIns="0"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41881D0-A955-463B-814E-4977DB443F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43743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60B6947-085B-4130-82A4-5D464A42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2514" y="6356350"/>
            <a:ext cx="217553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D21287-635C-42C2-8343-AB4B83FB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7CA22921-D059-426E-8623-0C4322D58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771" y="3363686"/>
            <a:ext cx="3907972" cy="555171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178A5C12-53C3-4CC4-AA3B-D3292948C778}"/>
              </a:ext>
            </a:extLst>
          </p:cNvPr>
          <p:cNvCxnSpPr>
            <a:cxnSpLocks/>
          </p:cNvCxnSpPr>
          <p:nvPr userDrawn="1"/>
        </p:nvCxnSpPr>
        <p:spPr>
          <a:xfrm>
            <a:off x="7271657" y="0"/>
            <a:ext cx="0" cy="31242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4273629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xmlns="" id="{D230F83A-5E75-4047-ADC0-05151570D70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426578" y="0"/>
            <a:ext cx="5765422" cy="6858000"/>
          </a:xfrm>
          <a:custGeom>
            <a:avLst/>
            <a:gdLst>
              <a:gd name="connsiteX0" fmla="*/ 4105955 w 5765422"/>
              <a:gd name="connsiteY0" fmla="*/ 0 h 6858000"/>
              <a:gd name="connsiteX1" fmla="*/ 5765422 w 5765422"/>
              <a:gd name="connsiteY1" fmla="*/ 0 h 6858000"/>
              <a:gd name="connsiteX2" fmla="*/ 5765422 w 5765422"/>
              <a:gd name="connsiteY2" fmla="*/ 6858000 h 6858000"/>
              <a:gd name="connsiteX3" fmla="*/ 0 w 576542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5422" h="6858000">
                <a:moveTo>
                  <a:pt x="4105955" y="0"/>
                </a:moveTo>
                <a:lnTo>
                  <a:pt x="5765422" y="0"/>
                </a:lnTo>
                <a:lnTo>
                  <a:pt x="576542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xmlns="" id="{96FD6FB9-CD68-47AB-A03D-06B72104AF1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-11657" y="-16298"/>
            <a:ext cx="5555640" cy="6874299"/>
          </a:xfrm>
          <a:custGeom>
            <a:avLst/>
            <a:gdLst>
              <a:gd name="connsiteX0" fmla="*/ 0 w 5555640"/>
              <a:gd name="connsiteY0" fmla="*/ 0 h 6874299"/>
              <a:gd name="connsiteX1" fmla="*/ 5555640 w 5555640"/>
              <a:gd name="connsiteY1" fmla="*/ 8960 h 6874299"/>
              <a:gd name="connsiteX2" fmla="*/ 1445237 w 5555640"/>
              <a:gd name="connsiteY2" fmla="*/ 6874299 h 6874299"/>
              <a:gd name="connsiteX3" fmla="*/ 0 w 5555640"/>
              <a:gd name="connsiteY3" fmla="*/ 6874299 h 6874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5640" h="6874299">
                <a:moveTo>
                  <a:pt x="0" y="0"/>
                </a:moveTo>
                <a:lnTo>
                  <a:pt x="5555640" y="8960"/>
                </a:lnTo>
                <a:lnTo>
                  <a:pt x="1445237" y="6874299"/>
                </a:lnTo>
                <a:lnTo>
                  <a:pt x="0" y="687429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xmlns="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1307" y="4277953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xmlns="" id="{D9C3D27C-5291-4A1A-83AC-B52D25F43D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56823" y="4752561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xmlns="" id="{2B757B2D-A738-401D-A78C-05475608F2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69713" y="5217644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7" name="Text Placeholder 18">
            <a:extLst>
              <a:ext uri="{FF2B5EF4-FFF2-40B4-BE49-F238E27FC236}">
                <a16:creationId xmlns:a16="http://schemas.microsoft.com/office/drawing/2014/main" xmlns="" id="{AD14F11B-0FDD-41EF-8278-550F37093B1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80046" y="5673201"/>
            <a:ext cx="2310968" cy="470424"/>
          </a:xfrm>
        </p:spPr>
        <p:txBody>
          <a:bodyPr lIns="0">
            <a:normAutofit/>
          </a:bodyPr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xmlns="" id="{9EB2270B-D707-4103-98F1-E697CEBA7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1" y="3363686"/>
            <a:ext cx="3907972" cy="555171"/>
          </a:xfrm>
        </p:spPr>
        <p:txBody>
          <a:bodyPr lIns="0">
            <a:normAutofit/>
          </a:bodyPr>
          <a:lstStyle>
            <a:lvl1pPr>
              <a:defRPr lang="en-US" sz="2800" kern="1200" cap="all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4205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C77FA4A-CE52-4DA0-8842-74FE37E2E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21BCD1D-6E4A-43CA-A3D4-B104CE27D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811BDA0-5B55-4A85-ACBF-31F8F3EB2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7/1/20XX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F7AA55C-7321-4214-9297-F53B7B9E50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E330C71-8F7D-4855-A35C-46C83B4BF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lumMod val="50000"/>
                    <a:lumOff val="50000"/>
                  </a:schemeClr>
                </a:solidFill>
              </a:defRPr>
            </a:lvl1pPr>
          </a:lstStyle>
          <a:p>
            <a:fld id="{9FF96520-E4CE-4EAD-8ABF-1D2297D6B3A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466665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78" r:id="rId3"/>
    <p:sldLayoutId id="2147483667" r:id="rId4"/>
    <p:sldLayoutId id="2147483668" r:id="rId5"/>
    <p:sldLayoutId id="2147483669" r:id="rId6"/>
    <p:sldLayoutId id="2147483670" r:id="rId7"/>
    <p:sldLayoutId id="2147483651" r:id="rId8"/>
    <p:sldLayoutId id="2147483661" r:id="rId9"/>
    <p:sldLayoutId id="2147483671" r:id="rId10"/>
    <p:sldLayoutId id="2147483679" r:id="rId11"/>
    <p:sldLayoutId id="2147483677" r:id="rId12"/>
    <p:sldLayoutId id="2147483672" r:id="rId13"/>
    <p:sldLayoutId id="2147483652" r:id="rId14"/>
    <p:sldLayoutId id="2147483653" r:id="rId15"/>
    <p:sldLayoutId id="2147483650" r:id="rId16"/>
    <p:sldLayoutId id="2147483654" r:id="rId17"/>
    <p:sldLayoutId id="2147483674" r:id="rId18"/>
    <p:sldLayoutId id="2147483676" r:id="rId19"/>
    <p:sldLayoutId id="2147483673" r:id="rId20"/>
    <p:sldLayoutId id="2147483675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close up of girl writing&#10;">
            <a:extLst>
              <a:ext uri="{FF2B5EF4-FFF2-40B4-BE49-F238E27FC236}">
                <a16:creationId xmlns:a16="http://schemas.microsoft.com/office/drawing/2014/main" xmlns="" id="{54164480-ECF3-4F09-B48E-13A40EAE5A3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pic>
        <p:nvPicPr>
          <p:cNvPr id="17410" name="Picture 2" descr="C:\Users\Lenovo\Downloads\WhatsApp Image 2026-06-12 at 9.29.28 PM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460082"/>
            <a:ext cx="12192000" cy="7620000"/>
          </a:xfrm>
          <a:prstGeom prst="rect">
            <a:avLst/>
          </a:prstGeom>
          <a:noFill/>
        </p:spPr>
      </p:pic>
      <p:sp>
        <p:nvSpPr>
          <p:cNvPr id="23" name="Title 22">
            <a:extLst>
              <a:ext uri="{FF2B5EF4-FFF2-40B4-BE49-F238E27FC236}">
                <a16:creationId xmlns:a16="http://schemas.microsoft.com/office/drawing/2014/main" xmlns="" id="{EE427349-2C23-4643-A4C8-552661FAA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6941" y="664886"/>
            <a:ext cx="9931457" cy="1705953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>
                <a:solidFill>
                  <a:schemeClr val="bg1"/>
                </a:solidFill>
              </a:rPr>
              <a:t>Internship presentation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sz="3600" dirty="0">
                <a:solidFill>
                  <a:schemeClr val="bg1"/>
                </a:solidFill>
              </a:rPr>
              <a:t>Apollo hospital, </a:t>
            </a:r>
            <a:r>
              <a:rPr lang="en-IN" sz="3600" dirty="0" err="1" smtClean="0">
                <a:solidFill>
                  <a:schemeClr val="bg1"/>
                </a:solidFill>
              </a:rPr>
              <a:t>sarita</a:t>
            </a:r>
            <a:r>
              <a:rPr lang="en-IN" sz="3600" dirty="0" smtClean="0">
                <a:solidFill>
                  <a:schemeClr val="bg1"/>
                </a:solidFill>
              </a:rPr>
              <a:t> </a:t>
            </a:r>
            <a:r>
              <a:rPr lang="en-IN" sz="3600" dirty="0" err="1" smtClean="0">
                <a:solidFill>
                  <a:schemeClr val="bg1"/>
                </a:solidFill>
              </a:rPr>
              <a:t>vihar</a:t>
            </a:r>
            <a:r>
              <a:rPr lang="en-IN" sz="3600" dirty="0" smtClean="0">
                <a:solidFill>
                  <a:schemeClr val="bg1"/>
                </a:solidFill>
              </a:rPr>
              <a:t>-Delhi</a:t>
            </a:r>
            <a:r>
              <a:rPr lang="en-IN" dirty="0">
                <a:solidFill>
                  <a:schemeClr val="bg1"/>
                </a:solidFill>
              </a:rPr>
              <a:t/>
            </a:r>
            <a:br>
              <a:rPr lang="en-IN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2" name="Subtitle 31">
            <a:extLst>
              <a:ext uri="{FF2B5EF4-FFF2-40B4-BE49-F238E27FC236}">
                <a16:creationId xmlns:a16="http://schemas.microsoft.com/office/drawing/2014/main" xmlns="" id="{F69B5076-6A18-4AD8-A2C2-DB967CF6E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51771" y="5972390"/>
            <a:ext cx="3677297" cy="682094"/>
          </a:xfrm>
        </p:spPr>
        <p:txBody>
          <a:bodyPr>
            <a:noAutofit/>
          </a:bodyPr>
          <a:lstStyle/>
          <a:p>
            <a:r>
              <a:rPr lang="en-US" sz="1800" b="1" dirty="0" err="1" smtClean="0">
                <a:solidFill>
                  <a:schemeClr val="tx2">
                    <a:lumMod val="10000"/>
                  </a:schemeClr>
                </a:solidFill>
              </a:rPr>
              <a:t>Kashish</a:t>
            </a:r>
            <a:r>
              <a:rPr lang="en-US" sz="1800" b="1" dirty="0" smtClean="0">
                <a:solidFill>
                  <a:schemeClr val="tx2">
                    <a:lumMod val="10000"/>
                  </a:schemeClr>
                </a:solidFill>
              </a:rPr>
              <a:t> </a:t>
            </a:r>
            <a:r>
              <a:rPr lang="en-US" sz="1800" b="1" dirty="0" err="1" smtClean="0">
                <a:solidFill>
                  <a:schemeClr val="tx2">
                    <a:lumMod val="10000"/>
                  </a:schemeClr>
                </a:solidFill>
              </a:rPr>
              <a:t>thakur</a:t>
            </a:r>
            <a:endParaRPr lang="en-US" sz="1800" b="1" dirty="0" smtClean="0">
              <a:solidFill>
                <a:schemeClr val="tx2">
                  <a:lumMod val="10000"/>
                </a:schemeClr>
              </a:solidFill>
            </a:endParaRPr>
          </a:p>
          <a:p>
            <a:r>
              <a:rPr lang="en-US" sz="1800" b="1" dirty="0" err="1" smtClean="0">
                <a:solidFill>
                  <a:schemeClr val="tx2">
                    <a:lumMod val="10000"/>
                  </a:schemeClr>
                </a:solidFill>
              </a:rPr>
              <a:t>Bba</a:t>
            </a:r>
            <a:r>
              <a:rPr lang="en-US" sz="1800" b="1" dirty="0" smtClean="0">
                <a:solidFill>
                  <a:schemeClr val="tx2">
                    <a:lumMod val="10000"/>
                  </a:schemeClr>
                </a:solidFill>
              </a:rPr>
              <a:t> </a:t>
            </a:r>
            <a:r>
              <a:rPr lang="en-US" sz="1800" b="1" dirty="0" err="1" smtClean="0">
                <a:solidFill>
                  <a:schemeClr val="tx2">
                    <a:lumMod val="10000"/>
                  </a:schemeClr>
                </a:solidFill>
              </a:rPr>
              <a:t>ghcm</a:t>
            </a:r>
            <a:endParaRPr lang="en-US" sz="1800" b="1" dirty="0" smtClean="0">
              <a:solidFill>
                <a:schemeClr val="tx2">
                  <a:lumMod val="10000"/>
                </a:schemeClr>
              </a:solidFill>
            </a:endParaRPr>
          </a:p>
          <a:p>
            <a:r>
              <a:rPr lang="en-US" sz="1800" b="1" dirty="0" smtClean="0">
                <a:solidFill>
                  <a:schemeClr val="tx2">
                    <a:lumMod val="10000"/>
                  </a:schemeClr>
                </a:solidFill>
              </a:rPr>
              <a:t>2k24mcun03005</a:t>
            </a:r>
            <a:endParaRPr lang="en-US" sz="1800" b="1" dirty="0">
              <a:solidFill>
                <a:schemeClr val="tx2">
                  <a:lumMod val="10000"/>
                </a:schemeClr>
              </a:solidFill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xmlns="" id="{BC4BB374-4C53-4405-B3D6-928C68A87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2536371" y="2017985"/>
            <a:ext cx="0" cy="153432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FCDDB411-0E13-3741-911B-CFCB74C5BA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4245428" y="5655432"/>
            <a:ext cx="3318888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06310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4877" y="2469759"/>
            <a:ext cx="4203247" cy="743744"/>
          </a:xfrm>
        </p:spPr>
        <p:txBody>
          <a:bodyPr/>
          <a:lstStyle/>
          <a:p>
            <a:r>
              <a:rPr lang="en-ZA" dirty="0"/>
              <a:t>About us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xmlns="" id="{673CABDF-C205-4E5E-92F8-7C5863368C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2</a:t>
            </a:fld>
            <a:endParaRPr lang="en-ZA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2BE00839-7B49-83FC-DD54-40862253C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3376247"/>
            <a:ext cx="4275761" cy="2662604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* </a:t>
            </a:r>
            <a:r>
              <a:rPr lang="en-US" sz="2300" dirty="0" smtClean="0"/>
              <a:t>Apollo Hospitals is one of India's leading healthcare organizations. Provides advanced medical care, patient-centric services, and healthcare </a:t>
            </a:r>
            <a:r>
              <a:rPr lang="en-US" sz="2300" dirty="0" err="1" smtClean="0"/>
              <a:t>innovation.Accredited</a:t>
            </a:r>
            <a:r>
              <a:rPr lang="en-US" sz="2300" dirty="0" smtClean="0"/>
              <a:t> by international quality standards and focused on continuous improvement in patient safety and healthcare excellence. Apollo Hospital </a:t>
            </a:r>
            <a:r>
              <a:rPr lang="en-US" sz="2300" dirty="0" err="1" smtClean="0"/>
              <a:t>Sarita</a:t>
            </a:r>
            <a:r>
              <a:rPr lang="en-US" sz="2300" dirty="0" smtClean="0"/>
              <a:t> </a:t>
            </a:r>
            <a:r>
              <a:rPr lang="en-US" sz="2300" dirty="0" err="1" smtClean="0"/>
              <a:t>Vihar</a:t>
            </a:r>
            <a:r>
              <a:rPr lang="en-US" sz="2300" dirty="0" smtClean="0"/>
              <a:t> is known for its multidisciplinary healthcare services and commitment to quality healthcare delivery.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xmlns="" val="2243494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34186" y="2903538"/>
            <a:ext cx="3104198" cy="345475"/>
          </a:xfrm>
        </p:spPr>
        <p:txBody>
          <a:bodyPr vert="horz" lIns="0" tIns="45720" rIns="91440" bIns="45720" rtlCol="0" anchor="t">
            <a:normAutofit/>
          </a:bodyPr>
          <a:lstStyle/>
          <a:p>
            <a:r>
              <a:rPr smtClean="0"/>
              <a:t>Role Overview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33DB723-F5E2-41A5-84C1-EBDEDA5B21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12875" y="3362178"/>
            <a:ext cx="10508566" cy="753236"/>
          </a:xfrm>
        </p:spPr>
        <p:txBody>
          <a:bodyPr>
            <a:noAutofit/>
          </a:bodyPr>
          <a:lstStyle/>
          <a:p>
            <a:r>
              <a:rPr lang="en-US" sz="1600" dirty="0" smtClean="0"/>
              <a:t>During my internship, I assisted the Learning &amp; Development team in managing training-related activities, maintaining employee records, and supporting organizational learning initiatives.</a:t>
            </a:r>
            <a:endParaRPr lang="en-US" sz="1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BEDB7CB-2A17-4C89-8463-567F882F6B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1894" y="2903538"/>
            <a:ext cx="3104198" cy="32038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D8F83235-6CF2-4F43-BEFE-6C0E272FDCC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42223" y="3249013"/>
            <a:ext cx="3103493" cy="866401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38567012-CD35-41AB-B12D-92555A9BE0D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9601" y="2903538"/>
            <a:ext cx="3104198" cy="32038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0DC896C3-77D0-44A1-B244-9554FA063F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50305" y="3249013"/>
            <a:ext cx="3103493" cy="866401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277" y="1083212"/>
            <a:ext cx="10515600" cy="1303574"/>
          </a:xfrm>
        </p:spPr>
        <p:txBody>
          <a:bodyPr>
            <a:normAutofit fontScale="90000"/>
          </a:bodyPr>
          <a:lstStyle/>
          <a:p>
            <a:r>
              <a:rPr smtClean="0"/>
              <a:t/>
            </a:r>
            <a:br>
              <a:rPr smtClean="0"/>
            </a:br>
            <a:r>
              <a:rPr smtClean="0"/>
              <a:t>department-learning and development(l&amp;d)</a:t>
            </a:r>
            <a:br>
              <a:rPr smtClean="0"/>
            </a:br>
            <a:r>
              <a:rPr smtClean="0"/>
              <a:t/>
            </a:r>
            <a:br>
              <a:rPr smtClean="0"/>
            </a:br>
            <a:r>
              <a:rPr smtClean="0"/>
              <a:t>job role-intern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xmlns="" id="{82D29919-4912-4253-A7DE-F4EFF799094E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xmlns="" id="{99C42777-54AD-453F-B4EF-F59AF9213DD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xmlns="" id="{A65DB049-1A50-43CE-907A-2AA792D6F9F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547D840D-AC6E-4F0E-B562-819386D3E35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33811" y="4551950"/>
            <a:ext cx="3104198" cy="320381"/>
          </a:xfrm>
        </p:spPr>
        <p:txBody>
          <a:bodyPr/>
          <a:lstStyle/>
          <a:p>
            <a:r>
              <a:rPr smtClean="0"/>
              <a:t>*Key Responsibilities*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4B9C2507-FEB7-4DC8-B74C-12FDF7B2DA8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33766" y="4897425"/>
            <a:ext cx="10361065" cy="1714390"/>
          </a:xfrm>
        </p:spPr>
        <p:txBody>
          <a:bodyPr>
            <a:normAutofit fontScale="70000" lnSpcReduction="20000"/>
          </a:bodyPr>
          <a:lstStyle/>
          <a:p>
            <a:r>
              <a:rPr lang="en-US" sz="1600" dirty="0" smtClean="0"/>
              <a:t>Handling paramedic and support staff training data.</a:t>
            </a:r>
          </a:p>
          <a:p>
            <a:r>
              <a:rPr lang="en-US" sz="1600" dirty="0" smtClean="0"/>
              <a:t>Maintaining employee training records.</a:t>
            </a:r>
          </a:p>
          <a:p>
            <a:r>
              <a:rPr lang="en-US" sz="1600" dirty="0" smtClean="0"/>
              <a:t>Assisting in Training Management System (TMS) operations.</a:t>
            </a:r>
          </a:p>
          <a:p>
            <a:r>
              <a:rPr lang="en-US" sz="1600" dirty="0" smtClean="0"/>
              <a:t>Supporting departmental documentation and reporting activities.</a:t>
            </a:r>
          </a:p>
          <a:p>
            <a:r>
              <a:rPr lang="en-US" sz="1600" dirty="0" smtClean="0"/>
              <a:t>Coordinating training-related administrative tasks.</a:t>
            </a:r>
            <a:endParaRPr lang="en-US" sz="16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9848D4A8-6589-4AB3-B1B2-E5C601B474D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641519" y="4551950"/>
            <a:ext cx="3104198" cy="32038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96F09C19-B12A-46BD-ADC9-8A0BA0CACE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41848" y="4897425"/>
            <a:ext cx="3103493" cy="866401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xmlns="" id="{99E78277-79B9-419C-A0B5-130D356F5BE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249226" y="4551950"/>
            <a:ext cx="3104198" cy="32038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xmlns="" id="{83B60275-0476-4C73-A9F1-33555C744B1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49930" y="4897425"/>
            <a:ext cx="3103493" cy="866401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3856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CB14EA2-CBDF-4C65-9598-93DEDB4C9C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50922" y="2491335"/>
            <a:ext cx="5041422" cy="540104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57" y="362913"/>
            <a:ext cx="3137095" cy="1110286"/>
          </a:xfrm>
        </p:spPr>
        <p:txBody>
          <a:bodyPr>
            <a:noAutofit/>
          </a:bodyPr>
          <a:lstStyle/>
          <a:p>
            <a:r>
              <a:rPr sz="2000" smtClean="0"/>
              <a:t>Learning &amp; Development Systems Exposure</a:t>
            </a:r>
            <a:endParaRPr lang="en-US" sz="2000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2EB774B5-B44C-4B2E-8DA7-7DA4F594A31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06ACBB45-6616-4FE9-B211-BDCA0491CD1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8EB4FD15-5553-45C2-B403-92726A0897A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3A00EDB-B024-49EC-A7CD-4E3A92A0AC2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08718" y="2747885"/>
            <a:ext cx="5042568" cy="320381"/>
          </a:xfrm>
        </p:spPr>
        <p:txBody>
          <a:bodyPr/>
          <a:lstStyle/>
          <a:p>
            <a:r>
              <a:rPr smtClean="0"/>
              <a:t>Work Performed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DFD82EC7-5ADD-4197-AE50-6BAA12DAE5D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422785" y="3149631"/>
            <a:ext cx="7323737" cy="1098812"/>
          </a:xfrm>
        </p:spPr>
        <p:txBody>
          <a:bodyPr>
            <a:noAutofit/>
          </a:bodyPr>
          <a:lstStyle/>
          <a:p>
            <a:pPr>
              <a:buFont typeface="Arial" charset="0"/>
              <a:buChar char="•"/>
            </a:pPr>
            <a:r>
              <a:rPr lang="en-US" sz="1000" dirty="0" smtClean="0"/>
              <a:t>Data entry and record maintenance.</a:t>
            </a:r>
          </a:p>
          <a:p>
            <a:pPr>
              <a:buFont typeface="Arial" charset="0"/>
              <a:buChar char="•"/>
            </a:pPr>
            <a:r>
              <a:rPr lang="en-US" sz="1000" dirty="0" smtClean="0"/>
              <a:t> </a:t>
            </a:r>
            <a:r>
              <a:rPr lang="en-US" sz="1000" dirty="0" smtClean="0"/>
              <a:t>Updating employee training status.</a:t>
            </a:r>
          </a:p>
          <a:p>
            <a:pPr>
              <a:buFont typeface="Arial" charset="0"/>
              <a:buChar char="•"/>
            </a:pPr>
            <a:r>
              <a:rPr lang="en-US" sz="1000" dirty="0" smtClean="0"/>
              <a:t> </a:t>
            </a:r>
            <a:r>
              <a:rPr lang="en-US" sz="1000" dirty="0" smtClean="0"/>
              <a:t>Generating training-related reports. </a:t>
            </a:r>
          </a:p>
          <a:p>
            <a:pPr>
              <a:buFont typeface="Arial" charset="0"/>
              <a:buChar char="•"/>
            </a:pPr>
            <a:r>
              <a:rPr lang="en-US" sz="1000" dirty="0" smtClean="0"/>
              <a:t>Ensuring accuracy and completeness of training records</a:t>
            </a:r>
            <a:r>
              <a:rPr lang="en-US" sz="700" dirty="0" smtClean="0"/>
              <a:t>.</a:t>
            </a:r>
            <a:endParaRPr lang="en-US" sz="7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D89BFD7D-5F7D-451D-BDB4-C36E0A7A44B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50921" y="4810065"/>
            <a:ext cx="5042568" cy="320381"/>
          </a:xfrm>
        </p:spPr>
        <p:txBody>
          <a:bodyPr/>
          <a:lstStyle/>
          <a:p>
            <a:r>
              <a:rPr smtClean="0"/>
              <a:t>Skills Developed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419E19BC-12C6-4F34-8ADE-99486BCBB8F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45390" y="5134707"/>
            <a:ext cx="4962547" cy="1477109"/>
          </a:xfrm>
        </p:spPr>
        <p:txBody>
          <a:bodyPr>
            <a:normAutofit fontScale="92500" lnSpcReduction="10000"/>
          </a:bodyPr>
          <a:lstStyle/>
          <a:p>
            <a:pPr>
              <a:buFont typeface="Arial" charset="0"/>
              <a:buChar char="•"/>
            </a:pPr>
            <a:r>
              <a:rPr lang="en-US" dirty="0" smtClean="0"/>
              <a:t>Data </a:t>
            </a:r>
            <a:r>
              <a:rPr lang="en-US" dirty="0" smtClean="0"/>
              <a:t>Management</a:t>
            </a: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Documentation </a:t>
            </a:r>
            <a:r>
              <a:rPr lang="en-US" dirty="0" smtClean="0"/>
              <a:t>Control</a:t>
            </a: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Report </a:t>
            </a:r>
            <a:r>
              <a:rPr lang="en-US" dirty="0" smtClean="0"/>
              <a:t>Preparation</a:t>
            </a: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 Database Handling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D0BCF128-16BF-47FB-8300-C056A7A674B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450921" y="4250243"/>
            <a:ext cx="5042568" cy="320381"/>
          </a:xfrm>
        </p:spPr>
        <p:txBody>
          <a:bodyPr/>
          <a:lstStyle/>
          <a:p>
            <a:endParaRPr smtClean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9D5723A4-63FA-4038-9604-C74D5B19B6C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338381" y="4497245"/>
            <a:ext cx="5041422" cy="540104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r>
              <a:rPr smtClean="0"/>
              <a:t>bout Training Management System (tms)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93920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6E82690-B145-4D4F-B2D1-0B2A8C50FD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77871" y="2381783"/>
            <a:ext cx="2941600" cy="360000"/>
          </a:xfrm>
        </p:spPr>
        <p:txBody>
          <a:bodyPr/>
          <a:lstStyle/>
          <a:p>
            <a:r>
              <a:rPr lang="en-ZA" dirty="0" smtClean="0"/>
              <a:t>Hazmat </a:t>
            </a:r>
            <a:r>
              <a:rPr lang="en-ZA" dirty="0" err="1" smtClean="0"/>
              <a:t>driil</a:t>
            </a:r>
            <a:endParaRPr lang="en-Z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7640DF9D-0C9E-4C5D-9635-6B4DE10CCE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00332" y="2841674"/>
            <a:ext cx="3075410" cy="280756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1" smtClean="0"/>
              <a:t>A *HAZMAT Drill* is a mock emergency exercise conducted to prepare hospital staff for incidents involving hazardous substances such as: Chemical spills,Toxic gas exposure ,Biological hazards, Radioactive contamination</a:t>
            </a:r>
          </a:p>
          <a:p>
            <a:r>
              <a:rPr lang="en-US" u="sng" noProof="1" smtClean="0"/>
              <a:t>Objective of the drill:</a:t>
            </a:r>
          </a:p>
          <a:p>
            <a:r>
              <a:rPr lang="en-US" noProof="1" smtClean="0"/>
              <a:t>Test emergency preparedness</a:t>
            </a:r>
          </a:p>
          <a:p>
            <a:r>
              <a:rPr lang="en-US" noProof="1" smtClean="0"/>
              <a:t>Practice use of Personal Protective Equipment (PPE)</a:t>
            </a:r>
          </a:p>
          <a:p>
            <a:r>
              <a:rPr lang="en-US" noProof="1" smtClean="0"/>
              <a:t> Ensure patient, staff, and visitor safety</a:t>
            </a:r>
            <a:endParaRPr lang="en-ZA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1110286"/>
            <a:ext cx="10515600" cy="924808"/>
          </a:xfrm>
        </p:spPr>
        <p:txBody>
          <a:bodyPr/>
          <a:lstStyle/>
          <a:p>
            <a:r>
              <a:rPr lang="en-ZA" dirty="0" smtClean="0"/>
              <a:t>Training Programs Supported</a:t>
            </a:r>
            <a:endParaRPr lang="en-Z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40297407-CE4E-4284-879D-AEC39571362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580366" y="2339580"/>
            <a:ext cx="2941600" cy="360000"/>
          </a:xfrm>
        </p:spPr>
        <p:txBody>
          <a:bodyPr>
            <a:noAutofit/>
          </a:bodyPr>
          <a:lstStyle/>
          <a:p>
            <a:r>
              <a:rPr lang="en-ZA" sz="1400" dirty="0" smtClean="0"/>
              <a:t>Apollo incident reporting system training</a:t>
            </a:r>
            <a:endParaRPr lang="en-ZA" sz="14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F5C3A7BE-F7FC-4942-A31A-491A8A80610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628272" y="2841674"/>
            <a:ext cx="3020304" cy="37279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1" smtClean="0"/>
              <a:t>The *Apollo Incident Reporting System (AIRS)* is an online patient safety reporting system used across Apollo Hospitals. It helps staff report and track incidents that may affect the safety of patients, visitors, or employees.</a:t>
            </a:r>
          </a:p>
          <a:p>
            <a:r>
              <a:rPr lang="en-US" u="sng" noProof="1" smtClean="0"/>
              <a:t>purpose of AIRS is to:</a:t>
            </a:r>
          </a:p>
          <a:p>
            <a:r>
              <a:rPr lang="en-US" noProof="1" smtClean="0"/>
              <a:t>Promote a culture of safety</a:t>
            </a:r>
          </a:p>
          <a:p>
            <a:r>
              <a:rPr lang="en-US" noProof="1" smtClean="0"/>
              <a:t>Identify risks early</a:t>
            </a:r>
          </a:p>
          <a:p>
            <a:r>
              <a:rPr lang="en-US" noProof="1" smtClean="0"/>
              <a:t>Prevent recurrence of incidents</a:t>
            </a:r>
            <a:endParaRPr lang="en-ZA" noProof="1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95CCE699-03D1-4642-B46A-B14EF17DA18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299658" y="2339580"/>
            <a:ext cx="2941600" cy="360000"/>
          </a:xfrm>
        </p:spPr>
        <p:txBody>
          <a:bodyPr>
            <a:normAutofit fontScale="85000" lnSpcReduction="10000"/>
          </a:bodyPr>
          <a:lstStyle/>
          <a:p>
            <a:r>
              <a:rPr lang="en-ZA" dirty="0" err="1" smtClean="0"/>
              <a:t>jci</a:t>
            </a:r>
            <a:r>
              <a:rPr lang="en-ZA" dirty="0" smtClean="0"/>
              <a:t>  refresher training</a:t>
            </a:r>
            <a:endParaRPr lang="en-ZA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BC1DF189-6F2F-4C21-88CC-C82D3D0D147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032652" y="2813538"/>
            <a:ext cx="3321148" cy="351692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noProof="1" smtClean="0"/>
              <a:t>JCI (Joint Commission International) Refresher Training* is periodic training conducted to ensure hospital staff remain compliant with international healthcare quality and patient safety standards.</a:t>
            </a:r>
          </a:p>
          <a:p>
            <a:r>
              <a:rPr lang="en-US" u="sng" noProof="1" smtClean="0"/>
              <a:t>Objectives of JCI Training</a:t>
            </a:r>
          </a:p>
          <a:p>
            <a:pPr>
              <a:buFont typeface="Arial" charset="0"/>
              <a:buChar char="•"/>
            </a:pPr>
            <a:r>
              <a:rPr lang="en-US" noProof="1" smtClean="0"/>
              <a:t>Maintains accreditation standards</a:t>
            </a:r>
          </a:p>
          <a:p>
            <a:pPr>
              <a:buFont typeface="Arial" charset="0"/>
              <a:buChar char="•"/>
            </a:pPr>
            <a:r>
              <a:rPr lang="en-US" noProof="1" smtClean="0"/>
              <a:t>Improves patient safety</a:t>
            </a:r>
          </a:p>
          <a:p>
            <a:pPr>
              <a:buFont typeface="Arial" charset="0"/>
              <a:buChar char="•"/>
            </a:pPr>
            <a:r>
              <a:rPr lang="en-US" noProof="1" smtClean="0"/>
              <a:t>Enhances quality of care</a:t>
            </a:r>
          </a:p>
          <a:p>
            <a:pPr>
              <a:buFont typeface="Arial" charset="0"/>
              <a:buChar char="•"/>
            </a:pPr>
            <a:r>
              <a:rPr lang="en-US" noProof="1" smtClean="0"/>
              <a:t>Keeps staff updated on hospital policies and procedures</a:t>
            </a:r>
            <a:endParaRPr lang="en-ZA" noProof="1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B4C05DEF-58BE-478D-BC6C-655338652023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9ED4A67-3A46-4F54-A12A-EAE1B53E645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5</a:t>
            </a:fld>
            <a:endParaRPr lang="en-ZA" dirty="0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42"/>
          </p:nvPr>
        </p:nvSpPr>
        <p:spPr/>
      </p:sp>
      <p:sp>
        <p:nvSpPr>
          <p:cNvPr id="16" name="Picture Placeholder 15"/>
          <p:cNvSpPr>
            <a:spLocks noGrp="1"/>
          </p:cNvSpPr>
          <p:nvPr>
            <p:ph type="pic" sz="quarter" idx="45"/>
          </p:nvPr>
        </p:nvSpPr>
        <p:spPr/>
      </p:sp>
      <p:sp>
        <p:nvSpPr>
          <p:cNvPr id="17" name="Picture Placeholder 16"/>
          <p:cNvSpPr>
            <a:spLocks noGrp="1"/>
          </p:cNvSpPr>
          <p:nvPr>
            <p:ph type="pic" sz="quarter" idx="48"/>
          </p:nvPr>
        </p:nvSpPr>
        <p:spPr/>
      </p:sp>
    </p:spTree>
    <p:extLst>
      <p:ext uri="{BB962C8B-B14F-4D97-AF65-F5344CB8AC3E}">
        <p14:creationId xmlns:p14="http://schemas.microsoft.com/office/powerpoint/2010/main" xmlns="" val="2069393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A6B31B0-7B84-475D-961F-09C0191F9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429000"/>
            <a:ext cx="4114797" cy="2747962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noProof="1" smtClean="0"/>
              <a:t>. </a:t>
            </a:r>
            <a:r>
              <a:rPr lang="en-US" noProof="1" smtClean="0"/>
              <a:t>Understanding </a:t>
            </a:r>
            <a:r>
              <a:rPr lang="en-US" noProof="1" smtClean="0"/>
              <a:t>hospital training and compliance processes.</a:t>
            </a:r>
          </a:p>
          <a:p>
            <a:pPr>
              <a:buFont typeface="Arial" charset="0"/>
              <a:buChar char="•"/>
            </a:pPr>
            <a:r>
              <a:rPr lang="en-US" noProof="1" smtClean="0"/>
              <a:t> </a:t>
            </a:r>
            <a:r>
              <a:rPr lang="en-US" noProof="1" smtClean="0"/>
              <a:t>Importance of employee development in healthcare organizations.</a:t>
            </a:r>
          </a:p>
          <a:p>
            <a:pPr>
              <a:buFont typeface="Arial" charset="0"/>
              <a:buChar char="•"/>
            </a:pPr>
            <a:r>
              <a:rPr lang="en-US" noProof="1" smtClean="0"/>
              <a:t> </a:t>
            </a:r>
            <a:r>
              <a:rPr lang="en-US" noProof="1" smtClean="0"/>
              <a:t>Exposure </a:t>
            </a:r>
            <a:r>
              <a:rPr lang="en-US" noProof="1" smtClean="0"/>
              <a:t>to healthcare accreditation standards such as JCI.</a:t>
            </a:r>
          </a:p>
          <a:p>
            <a:pPr>
              <a:buFont typeface="Arial" charset="0"/>
              <a:buChar char="•"/>
            </a:pPr>
            <a:r>
              <a:rPr lang="en-US" noProof="1" smtClean="0"/>
              <a:t> </a:t>
            </a:r>
            <a:r>
              <a:rPr lang="en-US" noProof="1" smtClean="0"/>
              <a:t>Understanding </a:t>
            </a:r>
            <a:r>
              <a:rPr lang="en-US" noProof="1" smtClean="0"/>
              <a:t>emergency preparedness activities like HAZMAT drills</a:t>
            </a:r>
          </a:p>
          <a:p>
            <a:pPr>
              <a:buFont typeface="Arial" charset="0"/>
              <a:buChar char="•"/>
            </a:pPr>
            <a:r>
              <a:rPr lang="en-US" noProof="1" smtClean="0"/>
              <a:t> </a:t>
            </a:r>
            <a:r>
              <a:rPr lang="en-US" noProof="1" smtClean="0"/>
              <a:t>Learning systematic data management and documentation practices.</a:t>
            </a:r>
            <a:endParaRPr lang="en-ZA" noProof="1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xmlns="" id="{AEAF2965-1DCE-4B93-BD47-2AD94F6E3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9003" y="3429000"/>
            <a:ext cx="4114797" cy="2747962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 smtClean="0"/>
              <a:t>Attention to </a:t>
            </a:r>
            <a:r>
              <a:rPr lang="en-US" dirty="0" smtClean="0"/>
              <a:t>Detail</a:t>
            </a: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Time </a:t>
            </a:r>
            <a:r>
              <a:rPr lang="en-US" dirty="0" smtClean="0"/>
              <a:t>Management</a:t>
            </a: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 Team </a:t>
            </a:r>
            <a:r>
              <a:rPr lang="en-US" dirty="0" smtClean="0"/>
              <a:t>Collaboration</a:t>
            </a: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Organizational </a:t>
            </a:r>
            <a:r>
              <a:rPr lang="en-US" dirty="0" smtClean="0"/>
              <a:t>Skills</a:t>
            </a:r>
            <a:endParaRPr lang="en-US" dirty="0" smtClean="0"/>
          </a:p>
          <a:p>
            <a:pPr>
              <a:buFont typeface="Arial" charset="0"/>
              <a:buChar char="•"/>
            </a:pPr>
            <a:r>
              <a:rPr lang="en-US" dirty="0" smtClean="0"/>
              <a:t>Professional Work Ethics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B6171E3-6A52-42BD-8AAC-1F0EC686A3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xmlns="" id="{5B604E6A-773D-4777-825E-8D25A2E7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500" y="6356350"/>
            <a:ext cx="876300" cy="365125"/>
          </a:xfrm>
        </p:spPr>
        <p:txBody>
          <a:bodyPr/>
          <a:lstStyle/>
          <a:p>
            <a:fld id="{9FF96520-E4CE-4EAD-8ABF-1D2297D6B3A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2" y="670094"/>
            <a:ext cx="10134601" cy="924808"/>
          </a:xfrm>
        </p:spPr>
        <p:txBody>
          <a:bodyPr/>
          <a:lstStyle/>
          <a:p>
            <a:r>
              <a:rPr smtClean="0"/>
              <a:t>Key Learnings and Professional Development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8657664-A458-4DDD-ACC2-1D87FCD6FCA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38201" y="2413000"/>
            <a:ext cx="4114795" cy="493710"/>
          </a:xfrm>
        </p:spPr>
        <p:txBody>
          <a:bodyPr/>
          <a:lstStyle/>
          <a:p>
            <a:r>
              <a:rPr lang="en-ZA" dirty="0" smtClean="0"/>
              <a:t>Knowledge Gained</a:t>
            </a:r>
            <a:endParaRPr lang="en-Z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578017FE-712E-4E95-B483-B700F1AA4B2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7239003" y="2413000"/>
            <a:ext cx="4114797" cy="493710"/>
          </a:xfrm>
        </p:spPr>
        <p:txBody>
          <a:bodyPr>
            <a:normAutofit fontScale="92500"/>
          </a:bodyPr>
          <a:lstStyle/>
          <a:p>
            <a:r>
              <a:rPr smtClean="0"/>
              <a:t>Professional Skills Developed</a:t>
            </a:r>
            <a:endParaRPr lang="en-US" dirty="0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xmlns="" id="{05826AED-802F-40C1-9AD0-8144FA96F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2" y="6356350"/>
            <a:ext cx="3038469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5169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96520-E4CE-4EAD-8ABF-1D2297D6B3A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058" name="AutoShape 2" descr="blob:https://web.whatsapp.com/336d59cd-0735-4447-b760-199532572c3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5060" name="Picture 4" descr="C:\Users\Lenovo\Downloads\WhatsApp Image 2026-06-12 at 9.28.05 PM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74">
      <a:dk1>
        <a:srgbClr val="1E1E1E"/>
      </a:dk1>
      <a:lt1>
        <a:sysClr val="window" lastClr="FFFFFF"/>
      </a:lt1>
      <a:dk2>
        <a:srgbClr val="44546A"/>
      </a:dk2>
      <a:lt2>
        <a:srgbClr val="E7E6E6"/>
      </a:lt2>
      <a:accent1>
        <a:srgbClr val="81CC48"/>
      </a:accent1>
      <a:accent2>
        <a:srgbClr val="45BEAD"/>
      </a:accent2>
      <a:accent3>
        <a:srgbClr val="BFFF4B"/>
      </a:accent3>
      <a:accent4>
        <a:srgbClr val="B001F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60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TEM Deck_tm12041065_Win32_LW_v2.potx" id="{50D3F641-2B59-4E25-9440-7A006AB5DE4F}" vid="{A6D17500-6421-4BD4-89D5-25B2E6BFFA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1612839-5FA9-4715-8A7D-7F95D097B19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3FFC980-8EEC-4CFC-96C7-CEB6F5CA86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66E941-6182-4A32-B603-DDB09E5F0715}">
  <ds:schemaRefs>
    <ds:schemaRef ds:uri="http://schemas.microsoft.com/office/2006/metadata/properties"/>
    <ds:schemaRef ds:uri="http://www.w3.org/2000/xmlns/"/>
    <ds:schemaRef ds:uri="71af3243-3dd4-4a8d-8c0d-dd76da1f02a5"/>
    <ds:schemaRef ds:uri="http://schemas.microsoft.com/sharepoint/v3"/>
    <ds:schemaRef ds:uri="http://www.w3.org/2001/XMLSchema-instance"/>
    <ds:schemaRef ds:uri="http://schemas.microsoft.com/office/infopath/2007/PartnerControls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</TotalTime>
  <Words>439</Words>
  <Application>Microsoft Office PowerPoint</Application>
  <PresentationFormat>Custom</PresentationFormat>
  <Paragraphs>67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Internship presentation Apollo hospital, sarita vihar-Delhi </vt:lpstr>
      <vt:lpstr>About us</vt:lpstr>
      <vt:lpstr> department-learning and development(l&amp;d)  job role-intern</vt:lpstr>
      <vt:lpstr>Learning &amp; Development Systems Exposure</vt:lpstr>
      <vt:lpstr>Training Programs Supported</vt:lpstr>
      <vt:lpstr>Key Learnings and Professional Development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presentation Apollo hospital, Sarita Vihar-Delhi</dc:title>
  <dc:creator>kashishthakur261695@gmail.com</dc:creator>
  <cp:lastModifiedBy>Lenovo</cp:lastModifiedBy>
  <cp:revision>10</cp:revision>
  <dcterms:created xsi:type="dcterms:W3CDTF">2026-06-12T15:21:43Z</dcterms:created>
  <dcterms:modified xsi:type="dcterms:W3CDTF">2026-06-13T03:23:44Z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